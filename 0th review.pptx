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8"/>
  </p:notesMasterIdLst>
  <p:sldIdLst>
    <p:sldId id="256" r:id="rId2"/>
    <p:sldId id="257" r:id="rId3"/>
    <p:sldId id="258" r:id="rId4"/>
    <p:sldId id="259" r:id="rId5"/>
    <p:sldId id="260" r:id="rId6"/>
    <p:sldId id="294" r:id="rId7"/>
    <p:sldId id="316" r:id="rId8"/>
    <p:sldId id="261" r:id="rId9"/>
    <p:sldId id="317" r:id="rId10"/>
    <p:sldId id="262" r:id="rId11"/>
    <p:sldId id="318" r:id="rId12"/>
    <p:sldId id="320" r:id="rId13"/>
    <p:sldId id="319" r:id="rId14"/>
    <p:sldId id="290" r:id="rId15"/>
    <p:sldId id="291" r:id="rId16"/>
    <p:sldId id="293"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1219" autoAdjust="0"/>
  </p:normalViewPr>
  <p:slideViewPr>
    <p:cSldViewPr>
      <p:cViewPr varScale="1">
        <p:scale>
          <a:sx n="87" d="100"/>
          <a:sy n="87" d="100"/>
        </p:scale>
        <p:origin x="374" y="77"/>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2925279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1" name="Google Shape;8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2" name="Google Shape;82;p1: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3 March 2023</a:t>
            </a:r>
            <a:endParaRPr sz="1200" b="0" i="0" u="none" strike="noStrike" cap="none">
              <a:solidFill>
                <a:srgbClr val="000000"/>
              </a:solidFill>
              <a:latin typeface="Calibri"/>
              <a:ea typeface="Calibri"/>
              <a:cs typeface="Calibri"/>
              <a:sym typeface="Calibri"/>
            </a:endParaRPr>
          </a:p>
        </p:txBody>
      </p:sp>
      <p:sp>
        <p:nvSpPr>
          <p:cNvPr id="83" name="Google Shape;83;p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1-59</a:t>
            </a:r>
            <a:endParaRPr/>
          </a:p>
        </p:txBody>
      </p:sp>
      <p:sp>
        <p:nvSpPr>
          <p:cNvPr id="84" name="Google Shape;8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Calibri"/>
                <a:buNone/>
              </a:p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94" name="Google Shape;94;p2:notes"/>
          <p:cNvSpPr txBox="1">
            <a:spLocks noGrp="1"/>
          </p:cNvSpPr>
          <p:nvPr>
            <p:ph type="body" idx="1"/>
          </p:nvPr>
        </p:nvSpPr>
        <p:spPr>
          <a:xfrm>
            <a:off x="685800" y="4343400"/>
            <a:ext cx="5486400" cy="41132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4" name="Google Shape;104;p3:notes"/>
          <p:cNvSpPr txBox="1">
            <a:spLocks noGrp="1"/>
          </p:cNvSpPr>
          <p:nvPr>
            <p:ph type="body" idx="1"/>
          </p:nvPr>
        </p:nvSpPr>
        <p:spPr>
          <a:xfrm>
            <a:off x="685800" y="4343400"/>
            <a:ext cx="5486400" cy="41132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4" name="Google Shape;114;p4:notes"/>
          <p:cNvSpPr txBox="1">
            <a:spLocks noGrp="1"/>
          </p:cNvSpPr>
          <p:nvPr>
            <p:ph type="body" idx="1"/>
          </p:nvPr>
        </p:nvSpPr>
        <p:spPr>
          <a:xfrm>
            <a:off x="685800" y="4343400"/>
            <a:ext cx="5486400" cy="41132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24" name="Google Shape;124;p5:notes"/>
          <p:cNvSpPr txBox="1">
            <a:spLocks noGrp="1"/>
          </p:cNvSpPr>
          <p:nvPr>
            <p:ph type="body" idx="1"/>
          </p:nvPr>
        </p:nvSpPr>
        <p:spPr>
          <a:xfrm>
            <a:off x="685800" y="4343400"/>
            <a:ext cx="5486400" cy="41132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24" name="Google Shape;124;p5:notes"/>
          <p:cNvSpPr txBox="1">
            <a:spLocks noGrp="1"/>
          </p:cNvSpPr>
          <p:nvPr>
            <p:ph type="body" idx="1"/>
          </p:nvPr>
        </p:nvSpPr>
        <p:spPr>
          <a:xfrm>
            <a:off x="685800" y="4343400"/>
            <a:ext cx="5486400" cy="41132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6: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4" name="Google Shape;134;p6:notes"/>
          <p:cNvSpPr txBox="1">
            <a:spLocks noGrp="1"/>
          </p:cNvSpPr>
          <p:nvPr>
            <p:ph type="body" idx="1"/>
          </p:nvPr>
        </p:nvSpPr>
        <p:spPr>
          <a:xfrm>
            <a:off x="685800" y="4343400"/>
            <a:ext cx="5486400" cy="41132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6: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4" name="Google Shape;134;p6:notes"/>
          <p:cNvSpPr txBox="1">
            <a:spLocks noGrp="1"/>
          </p:cNvSpPr>
          <p:nvPr>
            <p:ph type="body" idx="1"/>
          </p:nvPr>
        </p:nvSpPr>
        <p:spPr>
          <a:xfrm>
            <a:off x="685800" y="4343400"/>
            <a:ext cx="5486400" cy="41132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6: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4" name="Google Shape;134;p6:notes"/>
          <p:cNvSpPr txBox="1">
            <a:spLocks noGrp="1"/>
          </p:cNvSpPr>
          <p:nvPr>
            <p:ph type="body" idx="1"/>
          </p:nvPr>
        </p:nvSpPr>
        <p:spPr>
          <a:xfrm>
            <a:off x="685800" y="4343400"/>
            <a:ext cx="5486400" cy="41132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483cfaeeff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2483cfaeeff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g2483cfaeeff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pPr marL="0" lvl="0" indent="0" algn="r" rtl="0">
                <a:spcBef>
                  <a:spcPts val="0"/>
                </a:spcBef>
                <a:spcAft>
                  <a:spcPts val="0"/>
                </a:spcAft>
                <a:buClr>
                  <a:srgbClr val="000000"/>
                </a:buClr>
                <a:buSzPts val="1200"/>
                <a:buFont typeface="Arial"/>
                <a:buNone/>
              </a:pPr>
              <a:t>14</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483cfaeeff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483cfaeeff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g2483cfaeeff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pPr marL="0" lvl="0" indent="0" algn="r" rtl="0">
                <a:spcBef>
                  <a:spcPts val="0"/>
                </a:spcBef>
                <a:spcAft>
                  <a:spcPts val="0"/>
                </a:spcAft>
                <a:buClr>
                  <a:srgbClr val="000000"/>
                </a:buClr>
                <a:buSzPts val="1200"/>
                <a:buFont typeface="Arial"/>
                <a:buNone/>
              </a:pPr>
              <a:t>15</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4: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19" name="Google Shape;319;p34:notes"/>
          <p:cNvSpPr txBox="1">
            <a:spLocks noGrp="1"/>
          </p:cNvSpPr>
          <p:nvPr>
            <p:ph type="body" idx="1"/>
          </p:nvPr>
        </p:nvSpPr>
        <p:spPr>
          <a:xfrm>
            <a:off x="685800" y="4343400"/>
            <a:ext cx="5486400" cy="41132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3"/>
        <p:cNvGrpSpPr/>
        <p:nvPr/>
      </p:nvGrpSpPr>
      <p:grpSpPr>
        <a:xfrm>
          <a:off x="0" y="0"/>
          <a:ext cx="0" cy="0"/>
          <a:chOff x="0" y="0"/>
          <a:chExt cx="0" cy="0"/>
        </a:xfrm>
      </p:grpSpPr>
      <p:sp>
        <p:nvSpPr>
          <p:cNvPr id="14" name="Google Shape;14;p2"/>
          <p:cNvSpPr txBox="1">
            <a:spLocks noGrp="1"/>
          </p:cNvSpPr>
          <p:nvPr>
            <p:ph type="title"/>
          </p:nvPr>
        </p:nvSpPr>
        <p:spPr>
          <a:xfrm>
            <a:off x="609600" y="704088"/>
            <a:ext cx="10972800" cy="114300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body" idx="1"/>
          </p:nvPr>
        </p:nvSpPr>
        <p:spPr>
          <a:xfrm>
            <a:off x="609600" y="1855248"/>
            <a:ext cx="5386917" cy="659352"/>
          </a:xfrm>
          <a:prstGeom prst="rect">
            <a:avLst/>
          </a:prstGeom>
          <a:noFill/>
          <a:ln>
            <a:noFill/>
          </a:ln>
        </p:spPr>
        <p:txBody>
          <a:bodyPr spcFirstLastPara="1" wrap="square" lIns="45700" tIns="0" rIns="45700" bIns="0" anchor="ctr" anchorCtr="0">
            <a:noAutofit/>
          </a:bodyPr>
          <a:lstStyle>
            <a:lvl1pPr marL="457200" lvl="0" indent="-228600" algn="l">
              <a:lnSpc>
                <a:spcPct val="100000"/>
              </a:lnSpc>
              <a:spcBef>
                <a:spcPts val="480"/>
              </a:spcBef>
              <a:spcAft>
                <a:spcPts val="0"/>
              </a:spcAft>
              <a:buClr>
                <a:schemeClr val="dk2"/>
              </a:buClr>
              <a:buSzPts val="1920"/>
              <a:buNone/>
              <a:defRPr sz="2400" b="1" cap="none">
                <a:solidFill>
                  <a:schemeClr val="dk2"/>
                </a:solidFill>
              </a:defRPr>
            </a:lvl1pPr>
            <a:lvl2pPr marL="914400" lvl="1" indent="-228600" algn="l">
              <a:lnSpc>
                <a:spcPct val="100000"/>
              </a:lnSpc>
              <a:spcBef>
                <a:spcPts val="400"/>
              </a:spcBef>
              <a:spcAft>
                <a:spcPts val="0"/>
              </a:spcAft>
              <a:buClr>
                <a:schemeClr val="dk1"/>
              </a:buClr>
              <a:buSzPts val="1600"/>
              <a:buNone/>
              <a:defRPr sz="2000" b="1"/>
            </a:lvl2pPr>
            <a:lvl3pPr marL="1371600" lvl="2" indent="-228600" algn="l">
              <a:lnSpc>
                <a:spcPct val="100000"/>
              </a:lnSpc>
              <a:spcBef>
                <a:spcPts val="360"/>
              </a:spcBef>
              <a:spcAft>
                <a:spcPts val="0"/>
              </a:spcAft>
              <a:buClr>
                <a:schemeClr val="dk1"/>
              </a:buClr>
              <a:buSzPts val="1440"/>
              <a:buNone/>
              <a:defRPr sz="1800" b="1"/>
            </a:lvl3pPr>
            <a:lvl4pPr marL="1828800" lvl="3" indent="-228600" algn="l">
              <a:lnSpc>
                <a:spcPct val="100000"/>
              </a:lnSpc>
              <a:spcBef>
                <a:spcPts val="320"/>
              </a:spcBef>
              <a:spcAft>
                <a:spcPts val="0"/>
              </a:spcAft>
              <a:buClr>
                <a:schemeClr val="dk1"/>
              </a:buClr>
              <a:buSzPts val="1280"/>
              <a:buNone/>
              <a:defRPr sz="1600" b="1"/>
            </a:lvl4pPr>
            <a:lvl5pPr marL="2286000" lvl="4" indent="-228600" algn="l">
              <a:lnSpc>
                <a:spcPct val="100000"/>
              </a:lnSpc>
              <a:spcBef>
                <a:spcPts val="320"/>
              </a:spcBef>
              <a:spcAft>
                <a:spcPts val="0"/>
              </a:spcAft>
              <a:buClr>
                <a:schemeClr val="dk1"/>
              </a:buClr>
              <a:buSzPts val="1280"/>
              <a:buNone/>
              <a:defRPr sz="1600" b="1"/>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6" name="Google Shape;16;p2"/>
          <p:cNvSpPr txBox="1">
            <a:spLocks noGrp="1"/>
          </p:cNvSpPr>
          <p:nvPr>
            <p:ph type="body" idx="2"/>
          </p:nvPr>
        </p:nvSpPr>
        <p:spPr>
          <a:xfrm>
            <a:off x="6193368" y="1859758"/>
            <a:ext cx="5389033" cy="654843"/>
          </a:xfrm>
          <a:prstGeom prst="rect">
            <a:avLst/>
          </a:prstGeom>
          <a:noFill/>
          <a:ln>
            <a:noFill/>
          </a:ln>
        </p:spPr>
        <p:txBody>
          <a:bodyPr spcFirstLastPara="1" wrap="square" lIns="45700" tIns="0" rIns="45700" bIns="0" anchor="ctr" anchorCtr="0">
            <a:noAutofit/>
          </a:bodyPr>
          <a:lstStyle>
            <a:lvl1pPr marL="457200" lvl="0" indent="-228600" algn="l">
              <a:lnSpc>
                <a:spcPct val="100000"/>
              </a:lnSpc>
              <a:spcBef>
                <a:spcPts val="480"/>
              </a:spcBef>
              <a:spcAft>
                <a:spcPts val="0"/>
              </a:spcAft>
              <a:buClr>
                <a:schemeClr val="dk2"/>
              </a:buClr>
              <a:buSzPts val="1920"/>
              <a:buNone/>
              <a:defRPr sz="2400" b="1" cap="none">
                <a:solidFill>
                  <a:schemeClr val="dk2"/>
                </a:solidFill>
              </a:defRPr>
            </a:lvl1pPr>
            <a:lvl2pPr marL="914400" lvl="1" indent="-228600" algn="l">
              <a:lnSpc>
                <a:spcPct val="100000"/>
              </a:lnSpc>
              <a:spcBef>
                <a:spcPts val="400"/>
              </a:spcBef>
              <a:spcAft>
                <a:spcPts val="0"/>
              </a:spcAft>
              <a:buClr>
                <a:schemeClr val="dk1"/>
              </a:buClr>
              <a:buSzPts val="1600"/>
              <a:buNone/>
              <a:defRPr sz="2000" b="1"/>
            </a:lvl2pPr>
            <a:lvl3pPr marL="1371600" lvl="2" indent="-228600" algn="l">
              <a:lnSpc>
                <a:spcPct val="100000"/>
              </a:lnSpc>
              <a:spcBef>
                <a:spcPts val="360"/>
              </a:spcBef>
              <a:spcAft>
                <a:spcPts val="0"/>
              </a:spcAft>
              <a:buClr>
                <a:schemeClr val="dk1"/>
              </a:buClr>
              <a:buSzPts val="1440"/>
              <a:buNone/>
              <a:defRPr sz="1800" b="1"/>
            </a:lvl3pPr>
            <a:lvl4pPr marL="1828800" lvl="3" indent="-228600" algn="l">
              <a:lnSpc>
                <a:spcPct val="100000"/>
              </a:lnSpc>
              <a:spcBef>
                <a:spcPts val="320"/>
              </a:spcBef>
              <a:spcAft>
                <a:spcPts val="0"/>
              </a:spcAft>
              <a:buClr>
                <a:schemeClr val="dk1"/>
              </a:buClr>
              <a:buSzPts val="1280"/>
              <a:buNone/>
              <a:defRPr sz="1600" b="1"/>
            </a:lvl4pPr>
            <a:lvl5pPr marL="2286000" lvl="4" indent="-228600" algn="l">
              <a:lnSpc>
                <a:spcPct val="100000"/>
              </a:lnSpc>
              <a:spcBef>
                <a:spcPts val="320"/>
              </a:spcBef>
              <a:spcAft>
                <a:spcPts val="0"/>
              </a:spcAft>
              <a:buClr>
                <a:schemeClr val="dk1"/>
              </a:buClr>
              <a:buSzPts val="1280"/>
              <a:buNone/>
              <a:defRPr sz="1600" b="1"/>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7" name="Google Shape;17;p2"/>
          <p:cNvSpPr txBox="1">
            <a:spLocks noGrp="1"/>
          </p:cNvSpPr>
          <p:nvPr>
            <p:ph type="body" idx="3"/>
          </p:nvPr>
        </p:nvSpPr>
        <p:spPr>
          <a:xfrm>
            <a:off x="609600" y="2514600"/>
            <a:ext cx="5386917" cy="3845720"/>
          </a:xfrm>
          <a:prstGeom prst="rect">
            <a:avLst/>
          </a:prstGeom>
          <a:noFill/>
          <a:ln>
            <a:noFill/>
          </a:ln>
        </p:spPr>
        <p:txBody>
          <a:bodyPr spcFirstLastPara="1" wrap="square" lIns="91425" tIns="0" rIns="91425" bIns="45700" anchor="t" anchorCtr="0">
            <a:noAutofit/>
          </a:bodyPr>
          <a:lstStyle>
            <a:lvl1pPr marL="457200" lvl="0" indent="-340360" algn="l">
              <a:lnSpc>
                <a:spcPct val="100000"/>
              </a:lnSpc>
              <a:spcBef>
                <a:spcPts val="440"/>
              </a:spcBef>
              <a:spcAft>
                <a:spcPts val="0"/>
              </a:spcAft>
              <a:buClr>
                <a:schemeClr val="dk1"/>
              </a:buClr>
              <a:buSzPts val="1760"/>
              <a:buChar char="⮚"/>
              <a:defRPr sz="2200"/>
            </a:lvl1pPr>
            <a:lvl2pPr marL="914400" lvl="1" indent="-330200" algn="l">
              <a:lnSpc>
                <a:spcPct val="100000"/>
              </a:lnSpc>
              <a:spcBef>
                <a:spcPts val="400"/>
              </a:spcBef>
              <a:spcAft>
                <a:spcPts val="0"/>
              </a:spcAft>
              <a:buClr>
                <a:schemeClr val="dk1"/>
              </a:buClr>
              <a:buSzPts val="1600"/>
              <a:buChar char="⮚"/>
              <a:defRPr sz="2000"/>
            </a:lvl2pPr>
            <a:lvl3pPr marL="1371600" lvl="2" indent="-320039" algn="l">
              <a:lnSpc>
                <a:spcPct val="100000"/>
              </a:lnSpc>
              <a:spcBef>
                <a:spcPts val="360"/>
              </a:spcBef>
              <a:spcAft>
                <a:spcPts val="0"/>
              </a:spcAft>
              <a:buClr>
                <a:schemeClr val="dk1"/>
              </a:buClr>
              <a:buSzPts val="1440"/>
              <a:buChar char="⮚"/>
              <a:defRPr sz="1800"/>
            </a:lvl3pPr>
            <a:lvl4pPr marL="1828800" lvl="3" indent="-309880" algn="l">
              <a:lnSpc>
                <a:spcPct val="100000"/>
              </a:lnSpc>
              <a:spcBef>
                <a:spcPts val="320"/>
              </a:spcBef>
              <a:spcAft>
                <a:spcPts val="0"/>
              </a:spcAft>
              <a:buClr>
                <a:schemeClr val="dk1"/>
              </a:buClr>
              <a:buSzPts val="1280"/>
              <a:buChar char="⮚"/>
              <a:defRPr sz="1600"/>
            </a:lvl4pPr>
            <a:lvl5pPr marL="2286000" lvl="4" indent="-309879" algn="l">
              <a:lnSpc>
                <a:spcPct val="100000"/>
              </a:lnSpc>
              <a:spcBef>
                <a:spcPts val="320"/>
              </a:spcBef>
              <a:spcAft>
                <a:spcPts val="0"/>
              </a:spcAft>
              <a:buClr>
                <a:schemeClr val="dk1"/>
              </a:buClr>
              <a:buSzPts val="1280"/>
              <a:buChar char="⮚"/>
              <a:defRPr sz="16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8" name="Google Shape;18;p2"/>
          <p:cNvSpPr txBox="1">
            <a:spLocks noGrp="1"/>
          </p:cNvSpPr>
          <p:nvPr>
            <p:ph type="body" idx="4"/>
          </p:nvPr>
        </p:nvSpPr>
        <p:spPr>
          <a:xfrm>
            <a:off x="6193368" y="2514600"/>
            <a:ext cx="5389033" cy="3845720"/>
          </a:xfrm>
          <a:prstGeom prst="rect">
            <a:avLst/>
          </a:prstGeom>
          <a:noFill/>
          <a:ln>
            <a:noFill/>
          </a:ln>
        </p:spPr>
        <p:txBody>
          <a:bodyPr spcFirstLastPara="1" wrap="square" lIns="91425" tIns="0" rIns="91425" bIns="45700" anchor="t" anchorCtr="0">
            <a:noAutofit/>
          </a:bodyPr>
          <a:lstStyle>
            <a:lvl1pPr marL="457200" lvl="0" indent="-340360" algn="l">
              <a:lnSpc>
                <a:spcPct val="100000"/>
              </a:lnSpc>
              <a:spcBef>
                <a:spcPts val="440"/>
              </a:spcBef>
              <a:spcAft>
                <a:spcPts val="0"/>
              </a:spcAft>
              <a:buClr>
                <a:schemeClr val="dk1"/>
              </a:buClr>
              <a:buSzPts val="1760"/>
              <a:buChar char="⮚"/>
              <a:defRPr sz="2200"/>
            </a:lvl1pPr>
            <a:lvl2pPr marL="914400" lvl="1" indent="-330200" algn="l">
              <a:lnSpc>
                <a:spcPct val="100000"/>
              </a:lnSpc>
              <a:spcBef>
                <a:spcPts val="400"/>
              </a:spcBef>
              <a:spcAft>
                <a:spcPts val="0"/>
              </a:spcAft>
              <a:buClr>
                <a:schemeClr val="dk1"/>
              </a:buClr>
              <a:buSzPts val="1600"/>
              <a:buChar char="⮚"/>
              <a:defRPr sz="2000"/>
            </a:lvl2pPr>
            <a:lvl3pPr marL="1371600" lvl="2" indent="-320039" algn="l">
              <a:lnSpc>
                <a:spcPct val="100000"/>
              </a:lnSpc>
              <a:spcBef>
                <a:spcPts val="360"/>
              </a:spcBef>
              <a:spcAft>
                <a:spcPts val="0"/>
              </a:spcAft>
              <a:buClr>
                <a:schemeClr val="dk1"/>
              </a:buClr>
              <a:buSzPts val="1440"/>
              <a:buChar char="⮚"/>
              <a:defRPr sz="1800"/>
            </a:lvl3pPr>
            <a:lvl4pPr marL="1828800" lvl="3" indent="-309880" algn="l">
              <a:lnSpc>
                <a:spcPct val="100000"/>
              </a:lnSpc>
              <a:spcBef>
                <a:spcPts val="320"/>
              </a:spcBef>
              <a:spcAft>
                <a:spcPts val="0"/>
              </a:spcAft>
              <a:buClr>
                <a:schemeClr val="dk1"/>
              </a:buClr>
              <a:buSzPts val="1280"/>
              <a:buChar char="⮚"/>
              <a:defRPr sz="1600"/>
            </a:lvl4pPr>
            <a:lvl5pPr marL="2286000" lvl="4" indent="-309879" algn="l">
              <a:lnSpc>
                <a:spcPct val="100000"/>
              </a:lnSpc>
              <a:spcBef>
                <a:spcPts val="320"/>
              </a:spcBef>
              <a:spcAft>
                <a:spcPts val="0"/>
              </a:spcAft>
              <a:buClr>
                <a:schemeClr val="dk1"/>
              </a:buClr>
              <a:buSzPts val="1280"/>
              <a:buChar char="⮚"/>
              <a:defRPr sz="16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9" name="Google Shape;19;p2"/>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3"/>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4"/>
          <p:cNvSpPr txBox="1">
            <a:spLocks noGrp="1"/>
          </p:cNvSpPr>
          <p:nvPr>
            <p:ph type="ctrTitle"/>
          </p:nvPr>
        </p:nvSpPr>
        <p:spPr>
          <a:xfrm>
            <a:off x="711200" y="1371600"/>
            <a:ext cx="10468864" cy="1828800"/>
          </a:xfrm>
          <a:prstGeom prst="rect">
            <a:avLst/>
          </a:prstGeom>
          <a:noFill/>
          <a:ln>
            <a:noFill/>
          </a:ln>
        </p:spPr>
        <p:txBody>
          <a:bodyPr spcFirstLastPara="1" wrap="square" lIns="0" tIns="0" rIns="18275" bIns="0" anchor="b" anchorCtr="0">
            <a:normAutofit/>
          </a:bodyPr>
          <a:lstStyle>
            <a:lvl1pPr lvl="0" algn="r">
              <a:lnSpc>
                <a:spcPct val="100000"/>
              </a:lnSpc>
              <a:spcBef>
                <a:spcPts val="0"/>
              </a:spcBef>
              <a:spcAft>
                <a:spcPts val="0"/>
              </a:spcAft>
              <a:buClr>
                <a:srgbClr val="4CE0EA"/>
              </a:buClr>
              <a:buSzPts val="5600"/>
              <a:buFont typeface="Arial"/>
              <a:buNone/>
              <a:defRPr sz="5600" b="1">
                <a:solidFill>
                  <a:srgbClr val="4CE0E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ubTitle" idx="1"/>
          </p:nvPr>
        </p:nvSpPr>
        <p:spPr>
          <a:xfrm>
            <a:off x="711200" y="3228536"/>
            <a:ext cx="10472928" cy="1752600"/>
          </a:xfrm>
          <a:prstGeom prst="rect">
            <a:avLst/>
          </a:prstGeom>
          <a:noFill/>
          <a:ln>
            <a:noFill/>
          </a:ln>
        </p:spPr>
        <p:txBody>
          <a:bodyPr spcFirstLastPara="1" wrap="square" lIns="0" tIns="45700" rIns="18275" bIns="45700" anchor="t" anchorCtr="0">
            <a:noAutofit/>
          </a:bodyPr>
          <a:lstStyle>
            <a:lvl1pPr marR="45720" lvl="0" algn="r">
              <a:lnSpc>
                <a:spcPct val="100000"/>
              </a:lnSpc>
              <a:spcBef>
                <a:spcPts val="400"/>
              </a:spcBef>
              <a:spcAft>
                <a:spcPts val="0"/>
              </a:spcAft>
              <a:buClr>
                <a:schemeClr val="dk1"/>
              </a:buClr>
              <a:buSzPts val="1600"/>
              <a:buNone/>
              <a:defRPr>
                <a:solidFill>
                  <a:schemeClr val="dk1"/>
                </a:solidFill>
              </a:defRPr>
            </a:lvl1pPr>
            <a:lvl2pPr lvl="1" algn="ctr">
              <a:lnSpc>
                <a:spcPct val="100000"/>
              </a:lnSpc>
              <a:spcBef>
                <a:spcPts val="360"/>
              </a:spcBef>
              <a:spcAft>
                <a:spcPts val="0"/>
              </a:spcAft>
              <a:buClr>
                <a:schemeClr val="dk1"/>
              </a:buClr>
              <a:buSzPts val="1440"/>
              <a:buNone/>
              <a:defRPr/>
            </a:lvl2pPr>
            <a:lvl3pPr lvl="2" algn="ctr">
              <a:lnSpc>
                <a:spcPct val="100000"/>
              </a:lnSpc>
              <a:spcBef>
                <a:spcPts val="360"/>
              </a:spcBef>
              <a:spcAft>
                <a:spcPts val="0"/>
              </a:spcAft>
              <a:buClr>
                <a:schemeClr val="dk1"/>
              </a:buClr>
              <a:buSzPts val="1440"/>
              <a:buNone/>
              <a:defRPr/>
            </a:lvl3pPr>
            <a:lvl4pPr lvl="3" algn="ctr">
              <a:lnSpc>
                <a:spcPct val="100000"/>
              </a:lnSpc>
              <a:spcBef>
                <a:spcPts val="360"/>
              </a:spcBef>
              <a:spcAft>
                <a:spcPts val="0"/>
              </a:spcAft>
              <a:buClr>
                <a:schemeClr val="dk1"/>
              </a:buClr>
              <a:buSzPts val="1440"/>
              <a:buNone/>
              <a:defRPr/>
            </a:lvl4pPr>
            <a:lvl5pPr lvl="4" algn="ctr">
              <a:lnSpc>
                <a:spcPct val="100000"/>
              </a:lnSpc>
              <a:spcBef>
                <a:spcPts val="360"/>
              </a:spcBef>
              <a:spcAft>
                <a:spcPts val="0"/>
              </a:spcAft>
              <a:buClr>
                <a:schemeClr val="dk1"/>
              </a:buClr>
              <a:buSzPts val="1440"/>
              <a:buNone/>
              <a:defRPr/>
            </a:lvl5pPr>
            <a:lvl6pPr lvl="5" algn="ctr">
              <a:lnSpc>
                <a:spcPct val="100000"/>
              </a:lnSpc>
              <a:spcBef>
                <a:spcPts val="360"/>
              </a:spcBef>
              <a:spcAft>
                <a:spcPts val="0"/>
              </a:spcAft>
              <a:buSzPts val="1440"/>
              <a:buNone/>
              <a:defRPr/>
            </a:lvl6pPr>
            <a:lvl7pPr lvl="6" algn="ctr">
              <a:lnSpc>
                <a:spcPct val="100000"/>
              </a:lnSpc>
              <a:spcBef>
                <a:spcPts val="360"/>
              </a:spcBef>
              <a:spcAft>
                <a:spcPts val="0"/>
              </a:spcAft>
              <a:buSzPts val="144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a:endParaRPr/>
          </a:p>
        </p:txBody>
      </p:sp>
      <p:sp>
        <p:nvSpPr>
          <p:cNvPr id="27" name="Google Shape;27;p4"/>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707136" y="1316736"/>
            <a:ext cx="10363200" cy="1362456"/>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4AE3AC"/>
              </a:buClr>
              <a:buSzPts val="5600"/>
              <a:buFont typeface="Arial"/>
              <a:buNone/>
              <a:defRPr sz="5600" b="1" cap="none">
                <a:solidFill>
                  <a:srgbClr val="4AE3A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6"/>
          <p:cNvSpPr txBox="1">
            <a:spLocks noGrp="1"/>
          </p:cNvSpPr>
          <p:nvPr>
            <p:ph type="body" idx="1"/>
          </p:nvPr>
        </p:nvSpPr>
        <p:spPr>
          <a:xfrm>
            <a:off x="707136" y="2704664"/>
            <a:ext cx="10363200" cy="1509712"/>
          </a:xfrm>
          <a:prstGeom prst="rect">
            <a:avLst/>
          </a:prstGeom>
          <a:noFill/>
          <a:ln>
            <a:noFill/>
          </a:ln>
        </p:spPr>
        <p:txBody>
          <a:bodyPr spcFirstLastPara="1" wrap="square" lIns="45700" tIns="45700" rIns="45700" bIns="45700" anchor="t" anchorCtr="0">
            <a:noAutofit/>
          </a:bodyPr>
          <a:lstStyle>
            <a:lvl1pPr marL="457200" lvl="0" indent="-228600" algn="l">
              <a:lnSpc>
                <a:spcPct val="100000"/>
              </a:lnSpc>
              <a:spcBef>
                <a:spcPts val="440"/>
              </a:spcBef>
              <a:spcAft>
                <a:spcPts val="0"/>
              </a:spcAft>
              <a:buClr>
                <a:schemeClr val="dk1"/>
              </a:buClr>
              <a:buSzPts val="1760"/>
              <a:buNone/>
              <a:defRPr sz="2200">
                <a:solidFill>
                  <a:schemeClr val="dk1"/>
                </a:solidFill>
              </a:defRPr>
            </a:lvl1pPr>
            <a:lvl2pPr marL="914400" lvl="1" indent="-228600" algn="l">
              <a:lnSpc>
                <a:spcPct val="100000"/>
              </a:lnSpc>
              <a:spcBef>
                <a:spcPts val="360"/>
              </a:spcBef>
              <a:spcAft>
                <a:spcPts val="0"/>
              </a:spcAft>
              <a:buClr>
                <a:srgbClr val="888888"/>
              </a:buClr>
              <a:buSzPts val="1440"/>
              <a:buNone/>
              <a:defRPr sz="1800">
                <a:solidFill>
                  <a:srgbClr val="888888"/>
                </a:solidFill>
              </a:defRPr>
            </a:lvl2pPr>
            <a:lvl3pPr marL="1371600" lvl="2" indent="-228600" algn="l">
              <a:lnSpc>
                <a:spcPct val="100000"/>
              </a:lnSpc>
              <a:spcBef>
                <a:spcPts val="320"/>
              </a:spcBef>
              <a:spcAft>
                <a:spcPts val="0"/>
              </a:spcAft>
              <a:buClr>
                <a:srgbClr val="888888"/>
              </a:buClr>
              <a:buSzPts val="1280"/>
              <a:buNone/>
              <a:defRPr sz="1600">
                <a:solidFill>
                  <a:srgbClr val="888888"/>
                </a:solidFill>
              </a:defRPr>
            </a:lvl3pPr>
            <a:lvl4pPr marL="1828800" lvl="3" indent="-228600" algn="l">
              <a:lnSpc>
                <a:spcPct val="100000"/>
              </a:lnSpc>
              <a:spcBef>
                <a:spcPts val="280"/>
              </a:spcBef>
              <a:spcAft>
                <a:spcPts val="0"/>
              </a:spcAft>
              <a:buClr>
                <a:srgbClr val="888888"/>
              </a:buClr>
              <a:buSzPts val="1120"/>
              <a:buNone/>
              <a:defRPr sz="1400">
                <a:solidFill>
                  <a:srgbClr val="888888"/>
                </a:solidFill>
              </a:defRPr>
            </a:lvl4pPr>
            <a:lvl5pPr marL="2286000" lvl="4" indent="-228600" algn="l">
              <a:lnSpc>
                <a:spcPct val="100000"/>
              </a:lnSpc>
              <a:spcBef>
                <a:spcPts val="280"/>
              </a:spcBef>
              <a:spcAft>
                <a:spcPts val="0"/>
              </a:spcAft>
              <a:buClr>
                <a:srgbClr val="888888"/>
              </a:buClr>
              <a:buSzPts val="1120"/>
              <a:buNone/>
              <a:defRPr sz="1400">
                <a:solidFill>
                  <a:srgbClr val="888888"/>
                </a:solidFill>
              </a:defRPr>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7" name="Google Shape;37;p6"/>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7"/>
          <p:cNvSpPr txBox="1">
            <a:spLocks noGrp="1"/>
          </p:cNvSpPr>
          <p:nvPr>
            <p:ph type="title"/>
          </p:nvPr>
        </p:nvSpPr>
        <p:spPr>
          <a:xfrm>
            <a:off x="609600" y="704088"/>
            <a:ext cx="10972800" cy="114300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7"/>
          <p:cNvSpPr txBox="1">
            <a:spLocks noGrp="1"/>
          </p:cNvSpPr>
          <p:nvPr>
            <p:ph type="body" idx="1"/>
          </p:nvPr>
        </p:nvSpPr>
        <p:spPr>
          <a:xfrm>
            <a:off x="609600" y="1920085"/>
            <a:ext cx="5384800" cy="4434840"/>
          </a:xfrm>
          <a:prstGeom prst="rect">
            <a:avLst/>
          </a:prstGeom>
          <a:noFill/>
          <a:ln>
            <a:noFill/>
          </a:ln>
        </p:spPr>
        <p:txBody>
          <a:bodyPr spcFirstLastPara="1" wrap="square" lIns="91425" tIns="45700" rIns="91425" bIns="45700" anchor="t" anchorCtr="0">
            <a:noAutofit/>
          </a:bodyPr>
          <a:lstStyle>
            <a:lvl1pPr marL="457200" lvl="0" indent="-360680" algn="l">
              <a:lnSpc>
                <a:spcPct val="100000"/>
              </a:lnSpc>
              <a:spcBef>
                <a:spcPts val="520"/>
              </a:spcBef>
              <a:spcAft>
                <a:spcPts val="0"/>
              </a:spcAft>
              <a:buClr>
                <a:schemeClr val="dk1"/>
              </a:buClr>
              <a:buSzPts val="2080"/>
              <a:buChar char="⮚"/>
              <a:defRPr sz="2600"/>
            </a:lvl1pPr>
            <a:lvl2pPr marL="914400" lvl="1" indent="-350519" algn="l">
              <a:lnSpc>
                <a:spcPct val="100000"/>
              </a:lnSpc>
              <a:spcBef>
                <a:spcPts val="480"/>
              </a:spcBef>
              <a:spcAft>
                <a:spcPts val="0"/>
              </a:spcAft>
              <a:buClr>
                <a:schemeClr val="dk1"/>
              </a:buClr>
              <a:buSzPts val="1920"/>
              <a:buChar char="⮚"/>
              <a:defRPr sz="2400"/>
            </a:lvl2pPr>
            <a:lvl3pPr marL="1371600" lvl="2" indent="-330200" algn="l">
              <a:lnSpc>
                <a:spcPct val="100000"/>
              </a:lnSpc>
              <a:spcBef>
                <a:spcPts val="400"/>
              </a:spcBef>
              <a:spcAft>
                <a:spcPts val="0"/>
              </a:spcAft>
              <a:buClr>
                <a:schemeClr val="dk1"/>
              </a:buClr>
              <a:buSzPts val="1600"/>
              <a:buChar char="⮚"/>
              <a:defRPr sz="2000"/>
            </a:lvl3pPr>
            <a:lvl4pPr marL="1828800" lvl="3" indent="-320039" algn="l">
              <a:lnSpc>
                <a:spcPct val="100000"/>
              </a:lnSpc>
              <a:spcBef>
                <a:spcPts val="360"/>
              </a:spcBef>
              <a:spcAft>
                <a:spcPts val="0"/>
              </a:spcAft>
              <a:buClr>
                <a:schemeClr val="dk1"/>
              </a:buClr>
              <a:buSzPts val="1440"/>
              <a:buChar char="⮚"/>
              <a:defRPr sz="1800"/>
            </a:lvl4pPr>
            <a:lvl5pPr marL="2286000" lvl="4" indent="-320039" algn="l">
              <a:lnSpc>
                <a:spcPct val="100000"/>
              </a:lnSpc>
              <a:spcBef>
                <a:spcPts val="360"/>
              </a:spcBef>
              <a:spcAft>
                <a:spcPts val="0"/>
              </a:spcAft>
              <a:buClr>
                <a:schemeClr val="dk1"/>
              </a:buClr>
              <a:buSzPts val="1440"/>
              <a:buChar char="⮚"/>
              <a:defRPr sz="18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2" name="Google Shape;42;p7"/>
          <p:cNvSpPr txBox="1">
            <a:spLocks noGrp="1"/>
          </p:cNvSpPr>
          <p:nvPr>
            <p:ph type="body" idx="2"/>
          </p:nvPr>
        </p:nvSpPr>
        <p:spPr>
          <a:xfrm>
            <a:off x="6197600" y="1920085"/>
            <a:ext cx="5384800" cy="4434840"/>
          </a:xfrm>
          <a:prstGeom prst="rect">
            <a:avLst/>
          </a:prstGeom>
          <a:noFill/>
          <a:ln>
            <a:noFill/>
          </a:ln>
        </p:spPr>
        <p:txBody>
          <a:bodyPr spcFirstLastPara="1" wrap="square" lIns="91425" tIns="45700" rIns="91425" bIns="45700" anchor="t" anchorCtr="0">
            <a:noAutofit/>
          </a:bodyPr>
          <a:lstStyle>
            <a:lvl1pPr marL="457200" lvl="0" indent="-360680" algn="l">
              <a:lnSpc>
                <a:spcPct val="100000"/>
              </a:lnSpc>
              <a:spcBef>
                <a:spcPts val="520"/>
              </a:spcBef>
              <a:spcAft>
                <a:spcPts val="0"/>
              </a:spcAft>
              <a:buClr>
                <a:schemeClr val="dk1"/>
              </a:buClr>
              <a:buSzPts val="2080"/>
              <a:buChar char="⮚"/>
              <a:defRPr sz="2600"/>
            </a:lvl1pPr>
            <a:lvl2pPr marL="914400" lvl="1" indent="-350519" algn="l">
              <a:lnSpc>
                <a:spcPct val="100000"/>
              </a:lnSpc>
              <a:spcBef>
                <a:spcPts val="480"/>
              </a:spcBef>
              <a:spcAft>
                <a:spcPts val="0"/>
              </a:spcAft>
              <a:buClr>
                <a:schemeClr val="dk1"/>
              </a:buClr>
              <a:buSzPts val="1920"/>
              <a:buChar char="⮚"/>
              <a:defRPr sz="2400"/>
            </a:lvl2pPr>
            <a:lvl3pPr marL="1371600" lvl="2" indent="-330200" algn="l">
              <a:lnSpc>
                <a:spcPct val="100000"/>
              </a:lnSpc>
              <a:spcBef>
                <a:spcPts val="400"/>
              </a:spcBef>
              <a:spcAft>
                <a:spcPts val="0"/>
              </a:spcAft>
              <a:buClr>
                <a:schemeClr val="dk1"/>
              </a:buClr>
              <a:buSzPts val="1600"/>
              <a:buChar char="⮚"/>
              <a:defRPr sz="2000"/>
            </a:lvl3pPr>
            <a:lvl4pPr marL="1828800" lvl="3" indent="-320039" algn="l">
              <a:lnSpc>
                <a:spcPct val="100000"/>
              </a:lnSpc>
              <a:spcBef>
                <a:spcPts val="360"/>
              </a:spcBef>
              <a:spcAft>
                <a:spcPts val="0"/>
              </a:spcAft>
              <a:buClr>
                <a:schemeClr val="dk1"/>
              </a:buClr>
              <a:buSzPts val="1440"/>
              <a:buChar char="⮚"/>
              <a:defRPr sz="1800"/>
            </a:lvl4pPr>
            <a:lvl5pPr marL="2286000" lvl="4" indent="-320039" algn="l">
              <a:lnSpc>
                <a:spcPct val="100000"/>
              </a:lnSpc>
              <a:spcBef>
                <a:spcPts val="360"/>
              </a:spcBef>
              <a:spcAft>
                <a:spcPts val="0"/>
              </a:spcAft>
              <a:buClr>
                <a:schemeClr val="dk1"/>
              </a:buClr>
              <a:buSzPts val="1440"/>
              <a:buChar char="⮚"/>
              <a:defRPr sz="18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3" name="Google Shape;43;p7"/>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609600" y="704088"/>
            <a:ext cx="11074400" cy="1143000"/>
          </a:xfrm>
          <a:prstGeom prst="rect">
            <a:avLst/>
          </a:prstGeom>
          <a:noFill/>
          <a:ln>
            <a:noFill/>
          </a:ln>
        </p:spPr>
        <p:txBody>
          <a:bodyPr spcFirstLastPara="1" wrap="square" lIns="0" tIns="45700" rIns="0" bIns="0" anchor="b" anchorCtr="0">
            <a:normAutofit/>
          </a:bodyPr>
          <a:lstStyle>
            <a:lvl1pPr lvl="0" algn="l">
              <a:lnSpc>
                <a:spcPct val="100000"/>
              </a:lnSpc>
              <a:spcBef>
                <a:spcPts val="0"/>
              </a:spcBef>
              <a:spcAft>
                <a:spcPts val="0"/>
              </a:spcAft>
              <a:buClr>
                <a:schemeClr val="dk2"/>
              </a:buClr>
              <a:buSzPts val="5000"/>
              <a:buFont typeface="Arial"/>
              <a:buNone/>
              <a:defRPr sz="5000" b="0">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914400" y="514352"/>
            <a:ext cx="3657600" cy="116205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Clr>
                <a:schemeClr val="dk2"/>
              </a:buClr>
              <a:buSzPts val="2600"/>
              <a:buFont typeface="Arial"/>
              <a:buNone/>
              <a:defRPr sz="2600" b="0">
                <a:solidFill>
                  <a:schemeClr val="dk2"/>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body" idx="1"/>
          </p:nvPr>
        </p:nvSpPr>
        <p:spPr>
          <a:xfrm>
            <a:off x="914400" y="1676400"/>
            <a:ext cx="3657600" cy="4572000"/>
          </a:xfrm>
          <a:prstGeom prst="rect">
            <a:avLst/>
          </a:prstGeom>
          <a:noFill/>
          <a:ln>
            <a:noFill/>
          </a:ln>
        </p:spPr>
        <p:txBody>
          <a:bodyPr spcFirstLastPara="1" wrap="square" lIns="18275" tIns="45700" rIns="18275" bIns="45700" anchor="t" anchorCtr="0">
            <a:noAutofit/>
          </a:bodyPr>
          <a:lstStyle>
            <a:lvl1pPr marL="457200" lvl="0" indent="-228600" algn="l">
              <a:lnSpc>
                <a:spcPct val="100000"/>
              </a:lnSpc>
              <a:spcBef>
                <a:spcPts val="280"/>
              </a:spcBef>
              <a:spcAft>
                <a:spcPts val="0"/>
              </a:spcAft>
              <a:buClr>
                <a:schemeClr val="dk1"/>
              </a:buClr>
              <a:buSzPts val="1120"/>
              <a:buNone/>
              <a:defRPr sz="1400"/>
            </a:lvl1pPr>
            <a:lvl2pPr marL="914400" lvl="1" indent="-228600" algn="l">
              <a:lnSpc>
                <a:spcPct val="100000"/>
              </a:lnSpc>
              <a:spcBef>
                <a:spcPts val="240"/>
              </a:spcBef>
              <a:spcAft>
                <a:spcPts val="0"/>
              </a:spcAft>
              <a:buClr>
                <a:schemeClr val="dk1"/>
              </a:buClr>
              <a:buSzPts val="960"/>
              <a:buNone/>
              <a:defRPr sz="1200"/>
            </a:lvl2pPr>
            <a:lvl3pPr marL="1371600" lvl="2" indent="-228600" algn="l">
              <a:lnSpc>
                <a:spcPct val="100000"/>
              </a:lnSpc>
              <a:spcBef>
                <a:spcPts val="200"/>
              </a:spcBef>
              <a:spcAft>
                <a:spcPts val="0"/>
              </a:spcAft>
              <a:buClr>
                <a:schemeClr val="dk1"/>
              </a:buClr>
              <a:buSzPts val="800"/>
              <a:buNone/>
              <a:defRPr sz="1000"/>
            </a:lvl3pPr>
            <a:lvl4pPr marL="1828800" lvl="3" indent="-228600" algn="l">
              <a:lnSpc>
                <a:spcPct val="100000"/>
              </a:lnSpc>
              <a:spcBef>
                <a:spcPts val="180"/>
              </a:spcBef>
              <a:spcAft>
                <a:spcPts val="0"/>
              </a:spcAft>
              <a:buClr>
                <a:schemeClr val="dk1"/>
              </a:buClr>
              <a:buSzPts val="720"/>
              <a:buNone/>
              <a:defRPr sz="900"/>
            </a:lvl4pPr>
            <a:lvl5pPr marL="2286000" lvl="4" indent="-228600" algn="l">
              <a:lnSpc>
                <a:spcPct val="100000"/>
              </a:lnSpc>
              <a:spcBef>
                <a:spcPts val="180"/>
              </a:spcBef>
              <a:spcAft>
                <a:spcPts val="0"/>
              </a:spcAft>
              <a:buClr>
                <a:schemeClr val="dk1"/>
              </a:buClr>
              <a:buSzPts val="720"/>
              <a:buNone/>
              <a:defRPr sz="9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2" name="Google Shape;52;p9"/>
          <p:cNvSpPr txBox="1">
            <a:spLocks noGrp="1"/>
          </p:cNvSpPr>
          <p:nvPr>
            <p:ph type="body" idx="2"/>
          </p:nvPr>
        </p:nvSpPr>
        <p:spPr>
          <a:xfrm>
            <a:off x="4766733" y="1676400"/>
            <a:ext cx="6815667" cy="4572000"/>
          </a:xfrm>
          <a:prstGeom prst="rect">
            <a:avLst/>
          </a:prstGeom>
          <a:noFill/>
          <a:ln>
            <a:noFill/>
          </a:ln>
        </p:spPr>
        <p:txBody>
          <a:bodyPr spcFirstLastPara="1" wrap="square" lIns="91425" tIns="0" rIns="91425" bIns="45700" anchor="t" anchorCtr="0">
            <a:noAutofit/>
          </a:bodyPr>
          <a:lstStyle>
            <a:lvl1pPr marL="457200" lvl="0" indent="-370840" algn="l">
              <a:lnSpc>
                <a:spcPct val="100000"/>
              </a:lnSpc>
              <a:spcBef>
                <a:spcPts val="560"/>
              </a:spcBef>
              <a:spcAft>
                <a:spcPts val="0"/>
              </a:spcAft>
              <a:buClr>
                <a:schemeClr val="dk1"/>
              </a:buClr>
              <a:buSzPts val="2240"/>
              <a:buChar char="⮚"/>
              <a:defRPr sz="2800"/>
            </a:lvl1pPr>
            <a:lvl2pPr marL="914400" lvl="1" indent="-360680" algn="l">
              <a:lnSpc>
                <a:spcPct val="100000"/>
              </a:lnSpc>
              <a:spcBef>
                <a:spcPts val="520"/>
              </a:spcBef>
              <a:spcAft>
                <a:spcPts val="0"/>
              </a:spcAft>
              <a:buClr>
                <a:schemeClr val="dk1"/>
              </a:buClr>
              <a:buSzPts val="2080"/>
              <a:buChar char="⮚"/>
              <a:defRPr sz="2600"/>
            </a:lvl2pPr>
            <a:lvl3pPr marL="1371600" lvl="2" indent="-350519" algn="l">
              <a:lnSpc>
                <a:spcPct val="100000"/>
              </a:lnSpc>
              <a:spcBef>
                <a:spcPts val="480"/>
              </a:spcBef>
              <a:spcAft>
                <a:spcPts val="0"/>
              </a:spcAft>
              <a:buClr>
                <a:schemeClr val="dk1"/>
              </a:buClr>
              <a:buSzPts val="1920"/>
              <a:buChar char="⮚"/>
              <a:defRPr sz="2400"/>
            </a:lvl3pPr>
            <a:lvl4pPr marL="1828800" lvl="3" indent="-330200" algn="l">
              <a:lnSpc>
                <a:spcPct val="100000"/>
              </a:lnSpc>
              <a:spcBef>
                <a:spcPts val="400"/>
              </a:spcBef>
              <a:spcAft>
                <a:spcPts val="0"/>
              </a:spcAft>
              <a:buClr>
                <a:schemeClr val="dk1"/>
              </a:buClr>
              <a:buSzPts val="1600"/>
              <a:buChar char="⮚"/>
              <a:defRPr sz="2000"/>
            </a:lvl4pPr>
            <a:lvl5pPr marL="2286000" lvl="4" indent="-320039" algn="l">
              <a:lnSpc>
                <a:spcPct val="100000"/>
              </a:lnSpc>
              <a:spcBef>
                <a:spcPts val="360"/>
              </a:spcBef>
              <a:spcAft>
                <a:spcPts val="0"/>
              </a:spcAft>
              <a:buClr>
                <a:schemeClr val="dk1"/>
              </a:buClr>
              <a:buSzPts val="1440"/>
              <a:buChar char="⮚"/>
              <a:defRPr sz="18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3" name="Google Shape;53;p9"/>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9"/>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10"/>
          <p:cNvSpPr/>
          <p:nvPr/>
        </p:nvSpPr>
        <p:spPr>
          <a:xfrm rot="-10380000" flipH="1">
            <a:off x="4220633" y="1108075"/>
            <a:ext cx="7010400" cy="4114800"/>
          </a:xfrm>
          <a:prstGeom prst="snipRoundRect">
            <a:avLst>
              <a:gd name="adj1" fmla="val 0"/>
              <a:gd name="adj2" fmla="val 3646"/>
            </a:avLst>
          </a:prstGeom>
          <a:solidFill>
            <a:srgbClr val="FFFFFF"/>
          </a:solidFill>
          <a:ln w="9525" cap="rnd" cmpd="sng">
            <a:solidFill>
              <a:srgbClr val="C0C0C0"/>
            </a:solidFill>
            <a:prstDash val="solid"/>
            <a:round/>
            <a:headEnd type="none" w="sm" len="sm"/>
            <a:tailEnd type="none" w="sm" len="sm"/>
          </a:ln>
          <a:effectLst>
            <a:outerShdw blurRad="63500" dist="38500" dir="7500000" sx="98500" sy="100080" kx="100000" algn="tl" rotWithShape="0">
              <a:srgbClr val="000000">
                <a:alpha val="2431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 name="Google Shape;57;p10"/>
          <p:cNvSpPr/>
          <p:nvPr/>
        </p:nvSpPr>
        <p:spPr>
          <a:xfrm rot="-10380000" flipH="1">
            <a:off x="10672234" y="5359401"/>
            <a:ext cx="207433" cy="155575"/>
          </a:xfrm>
          <a:prstGeom prst="rtTriangle">
            <a:avLst/>
          </a:prstGeom>
          <a:solidFill>
            <a:srgbClr val="FFFFFF"/>
          </a:solidFill>
          <a:ln w="12700" cap="flat" cmpd="sng">
            <a:solidFill>
              <a:srgbClr val="FFFFFF"/>
            </a:solidFill>
            <a:prstDash val="solid"/>
            <a:bevel/>
            <a:headEnd type="none" w="sm" len="sm"/>
            <a:tailEnd type="none" w="sm" len="sm"/>
          </a:ln>
          <a:effectLst>
            <a:outerShdw blurRad="19685" dist="6350" dir="12900000" algn="tl" rotWithShape="0">
              <a:srgbClr val="000000">
                <a:alpha val="46274"/>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8" name="Google Shape;58;p10"/>
          <p:cNvSpPr/>
          <p:nvPr/>
        </p:nvSpPr>
        <p:spPr>
          <a:xfrm rot="10800000" flipH="1">
            <a:off x="-12700" y="5816600"/>
            <a:ext cx="1221740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313"/>
                </a:srgbClr>
              </a:gs>
              <a:gs pos="100000">
                <a:srgbClr val="00E9F7">
                  <a:alpha val="54509"/>
                </a:srgbClr>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9" name="Google Shape;59;p10"/>
          <p:cNvSpPr/>
          <p:nvPr/>
        </p:nvSpPr>
        <p:spPr>
          <a:xfrm rot="10800000" flipH="1">
            <a:off x="5842000" y="6219826"/>
            <a:ext cx="63500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411"/>
                </a:srgbClr>
              </a:gs>
              <a:gs pos="80000">
                <a:srgbClr val="0099E4">
                  <a:alpha val="44313"/>
                </a:srgbClr>
              </a:gs>
              <a:gs pos="100000">
                <a:srgbClr val="0099E4">
                  <a:alpha val="44313"/>
                </a:srgbClr>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0" name="Google Shape;60;p10"/>
          <p:cNvSpPr txBox="1">
            <a:spLocks noGrp="1"/>
          </p:cNvSpPr>
          <p:nvPr>
            <p:ph type="title"/>
          </p:nvPr>
        </p:nvSpPr>
        <p:spPr>
          <a:xfrm>
            <a:off x="812800" y="1176997"/>
            <a:ext cx="2950464" cy="1582621"/>
          </a:xfrm>
          <a:prstGeom prst="rect">
            <a:avLst/>
          </a:prstGeom>
          <a:noFill/>
          <a:ln>
            <a:noFill/>
          </a:ln>
        </p:spPr>
        <p:txBody>
          <a:bodyPr spcFirstLastPara="1" wrap="square" lIns="45700" tIns="45700" rIns="45700" bIns="45700" anchor="b" anchorCtr="0">
            <a:noAutofit/>
          </a:bodyPr>
          <a:lstStyle>
            <a:lvl1pPr lvl="0" algn="l">
              <a:lnSpc>
                <a:spcPct val="100000"/>
              </a:lnSpc>
              <a:spcBef>
                <a:spcPts val="0"/>
              </a:spcBef>
              <a:spcAft>
                <a:spcPts val="0"/>
              </a:spcAft>
              <a:buClr>
                <a:schemeClr val="dk2"/>
              </a:buClr>
              <a:buSzPts val="2000"/>
              <a:buFont typeface="Arial"/>
              <a:buNone/>
              <a:defRPr sz="20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0"/>
          <p:cNvSpPr txBox="1">
            <a:spLocks noGrp="1"/>
          </p:cNvSpPr>
          <p:nvPr>
            <p:ph type="body" idx="1"/>
          </p:nvPr>
        </p:nvSpPr>
        <p:spPr>
          <a:xfrm>
            <a:off x="812800" y="2828785"/>
            <a:ext cx="2946400" cy="2179320"/>
          </a:xfrm>
          <a:prstGeom prst="rect">
            <a:avLst/>
          </a:prstGeom>
          <a:noFill/>
          <a:ln>
            <a:noFill/>
          </a:ln>
        </p:spPr>
        <p:txBody>
          <a:bodyPr spcFirstLastPara="1" wrap="square" lIns="64000" tIns="45700" rIns="45700" bIns="45700" anchor="t" anchorCtr="0">
            <a:noAutofit/>
          </a:bodyPr>
          <a:lstStyle>
            <a:lvl1pPr marL="457200" lvl="0" indent="-228600" algn="l">
              <a:lnSpc>
                <a:spcPct val="100000"/>
              </a:lnSpc>
              <a:spcBef>
                <a:spcPts val="250"/>
              </a:spcBef>
              <a:spcAft>
                <a:spcPts val="0"/>
              </a:spcAft>
              <a:buClr>
                <a:schemeClr val="dk1"/>
              </a:buClr>
              <a:buSzPts val="1040"/>
              <a:buFont typeface="Arial"/>
              <a:buNone/>
              <a:defRPr sz="1300"/>
            </a:lvl1pPr>
            <a:lvl2pPr marL="914400" lvl="1" indent="-289560" algn="l">
              <a:lnSpc>
                <a:spcPct val="100000"/>
              </a:lnSpc>
              <a:spcBef>
                <a:spcPts val="240"/>
              </a:spcBef>
              <a:spcAft>
                <a:spcPts val="0"/>
              </a:spcAft>
              <a:buClr>
                <a:schemeClr val="dk1"/>
              </a:buClr>
              <a:buSzPts val="960"/>
              <a:buChar char="⮚"/>
              <a:defRPr sz="1200"/>
            </a:lvl2pPr>
            <a:lvl3pPr marL="1371600" lvl="2" indent="-279400" algn="l">
              <a:lnSpc>
                <a:spcPct val="100000"/>
              </a:lnSpc>
              <a:spcBef>
                <a:spcPts val="200"/>
              </a:spcBef>
              <a:spcAft>
                <a:spcPts val="0"/>
              </a:spcAft>
              <a:buClr>
                <a:schemeClr val="dk1"/>
              </a:buClr>
              <a:buSzPts val="800"/>
              <a:buChar char="⮚"/>
              <a:defRPr sz="1000"/>
            </a:lvl3pPr>
            <a:lvl4pPr marL="1828800" lvl="3" indent="-274319" algn="l">
              <a:lnSpc>
                <a:spcPct val="100000"/>
              </a:lnSpc>
              <a:spcBef>
                <a:spcPts val="180"/>
              </a:spcBef>
              <a:spcAft>
                <a:spcPts val="0"/>
              </a:spcAft>
              <a:buClr>
                <a:schemeClr val="dk1"/>
              </a:buClr>
              <a:buSzPts val="720"/>
              <a:buChar char="⮚"/>
              <a:defRPr sz="900"/>
            </a:lvl4pPr>
            <a:lvl5pPr marL="2286000" lvl="4" indent="-274320" algn="l">
              <a:lnSpc>
                <a:spcPct val="100000"/>
              </a:lnSpc>
              <a:spcBef>
                <a:spcPts val="180"/>
              </a:spcBef>
              <a:spcAft>
                <a:spcPts val="0"/>
              </a:spcAft>
              <a:buClr>
                <a:schemeClr val="dk1"/>
              </a:buClr>
              <a:buSzPts val="720"/>
              <a:buChar char="⮚"/>
              <a:defRPr sz="900"/>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62" name="Google Shape;62;p10"/>
          <p:cNvSpPr>
            <a:spLocks noGrp="1"/>
          </p:cNvSpPr>
          <p:nvPr>
            <p:ph type="pic" idx="2"/>
          </p:nvPr>
        </p:nvSpPr>
        <p:spPr>
          <a:xfrm rot="420000">
            <a:off x="4647724" y="1199517"/>
            <a:ext cx="6156960" cy="3931920"/>
          </a:xfrm>
          <a:prstGeom prst="rect">
            <a:avLst/>
          </a:prstGeom>
          <a:solidFill>
            <a:schemeClr val="lt2"/>
          </a:solidFill>
          <a:ln w="9525" cap="rnd" cmpd="sng">
            <a:solidFill>
              <a:srgbClr val="C0C0C0"/>
            </a:solidFill>
            <a:prstDash val="solid"/>
            <a:round/>
            <a:headEnd type="none" w="sm" len="sm"/>
            <a:tailEnd type="none" w="sm" len="sm"/>
          </a:ln>
        </p:spPr>
      </p:sp>
      <p:sp>
        <p:nvSpPr>
          <p:cNvPr id="63" name="Google Shape;63;p10"/>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0"/>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609600" y="704850"/>
            <a:ext cx="10972800" cy="114300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txBox="1">
            <a:spLocks noGrp="1"/>
          </p:cNvSpPr>
          <p:nvPr>
            <p:ph type="body" idx="1"/>
          </p:nvPr>
        </p:nvSpPr>
        <p:spPr>
          <a:xfrm rot="5400000">
            <a:off x="3901282" y="-1356518"/>
            <a:ext cx="4389437" cy="10972800"/>
          </a:xfrm>
          <a:prstGeom prst="rect">
            <a:avLst/>
          </a:prstGeom>
          <a:noFill/>
          <a:ln>
            <a:noFill/>
          </a:ln>
        </p:spPr>
        <p:txBody>
          <a:bodyPr spcFirstLastPara="1" wrap="square" lIns="91425" tIns="45700" rIns="91425" bIns="45700" anchor="t" anchorCtr="0">
            <a:noAutofit/>
          </a:bodyPr>
          <a:lstStyle>
            <a:lvl1pPr marL="457200" lvl="0" indent="-320040" algn="l">
              <a:lnSpc>
                <a:spcPct val="100000"/>
              </a:lnSpc>
              <a:spcBef>
                <a:spcPts val="360"/>
              </a:spcBef>
              <a:spcAft>
                <a:spcPts val="0"/>
              </a:spcAft>
              <a:buClr>
                <a:schemeClr val="dk1"/>
              </a:buClr>
              <a:buSzPts val="1440"/>
              <a:buChar char="⮚"/>
              <a:defRPr/>
            </a:lvl1pPr>
            <a:lvl2pPr marL="914400" lvl="1" indent="-320040" algn="l">
              <a:lnSpc>
                <a:spcPct val="100000"/>
              </a:lnSpc>
              <a:spcBef>
                <a:spcPts val="360"/>
              </a:spcBef>
              <a:spcAft>
                <a:spcPts val="0"/>
              </a:spcAft>
              <a:buClr>
                <a:schemeClr val="dk1"/>
              </a:buClr>
              <a:buSzPts val="1440"/>
              <a:buChar char="⮚"/>
              <a:defRPr/>
            </a:lvl2pPr>
            <a:lvl3pPr marL="1371600" lvl="2" indent="-320039" algn="l">
              <a:lnSpc>
                <a:spcPct val="100000"/>
              </a:lnSpc>
              <a:spcBef>
                <a:spcPts val="360"/>
              </a:spcBef>
              <a:spcAft>
                <a:spcPts val="0"/>
              </a:spcAft>
              <a:buClr>
                <a:schemeClr val="dk1"/>
              </a:buClr>
              <a:buSzPts val="1440"/>
              <a:buChar char="⮚"/>
              <a:defRPr/>
            </a:lvl3pPr>
            <a:lvl4pPr marL="1828800" lvl="3" indent="-320039" algn="l">
              <a:lnSpc>
                <a:spcPct val="100000"/>
              </a:lnSpc>
              <a:spcBef>
                <a:spcPts val="360"/>
              </a:spcBef>
              <a:spcAft>
                <a:spcPts val="0"/>
              </a:spcAft>
              <a:buClr>
                <a:schemeClr val="dk1"/>
              </a:buClr>
              <a:buSzPts val="1440"/>
              <a:buChar char="⮚"/>
              <a:defRPr/>
            </a:lvl4pPr>
            <a:lvl5pPr marL="2286000" lvl="4" indent="-320039" algn="l">
              <a:lnSpc>
                <a:spcPct val="100000"/>
              </a:lnSpc>
              <a:spcBef>
                <a:spcPts val="360"/>
              </a:spcBef>
              <a:spcAft>
                <a:spcPts val="0"/>
              </a:spcAft>
              <a:buClr>
                <a:schemeClr val="dk1"/>
              </a:buClr>
              <a:buSzPts val="1440"/>
              <a:buChar char="⮚"/>
              <a:defRPr/>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68" name="Google Shape;68;p11"/>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1"/>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0"/>
        <p:cNvGrpSpPr/>
        <p:nvPr/>
      </p:nvGrpSpPr>
      <p:grpSpPr>
        <a:xfrm>
          <a:off x="0" y="0"/>
          <a:ext cx="0" cy="0"/>
          <a:chOff x="0" y="0"/>
          <a:chExt cx="0" cy="0"/>
        </a:xfrm>
      </p:grpSpPr>
      <p:sp>
        <p:nvSpPr>
          <p:cNvPr id="71" name="Google Shape;71;p12"/>
          <p:cNvSpPr txBox="1">
            <a:spLocks noGrp="1"/>
          </p:cNvSpPr>
          <p:nvPr>
            <p:ph type="title"/>
          </p:nvPr>
        </p:nvSpPr>
        <p:spPr>
          <a:xfrm rot="5400000">
            <a:off x="7604919" y="2148684"/>
            <a:ext cx="5211763" cy="274320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body" idx="1"/>
          </p:nvPr>
        </p:nvSpPr>
        <p:spPr>
          <a:xfrm rot="5400000">
            <a:off x="2016919" y="-492917"/>
            <a:ext cx="5211763" cy="8026400"/>
          </a:xfrm>
          <a:prstGeom prst="rect">
            <a:avLst/>
          </a:prstGeom>
          <a:noFill/>
          <a:ln>
            <a:noFill/>
          </a:ln>
        </p:spPr>
        <p:txBody>
          <a:bodyPr spcFirstLastPara="1" wrap="square" lIns="91425" tIns="45700" rIns="91425" bIns="45700" anchor="t" anchorCtr="0">
            <a:noAutofit/>
          </a:bodyPr>
          <a:lstStyle>
            <a:lvl1pPr marL="457200" lvl="0" indent="-320040" algn="l">
              <a:lnSpc>
                <a:spcPct val="100000"/>
              </a:lnSpc>
              <a:spcBef>
                <a:spcPts val="360"/>
              </a:spcBef>
              <a:spcAft>
                <a:spcPts val="0"/>
              </a:spcAft>
              <a:buClr>
                <a:schemeClr val="dk1"/>
              </a:buClr>
              <a:buSzPts val="1440"/>
              <a:buChar char="⮚"/>
              <a:defRPr/>
            </a:lvl1pPr>
            <a:lvl2pPr marL="914400" lvl="1" indent="-320040" algn="l">
              <a:lnSpc>
                <a:spcPct val="100000"/>
              </a:lnSpc>
              <a:spcBef>
                <a:spcPts val="360"/>
              </a:spcBef>
              <a:spcAft>
                <a:spcPts val="0"/>
              </a:spcAft>
              <a:buClr>
                <a:schemeClr val="dk1"/>
              </a:buClr>
              <a:buSzPts val="1440"/>
              <a:buChar char="⮚"/>
              <a:defRPr/>
            </a:lvl2pPr>
            <a:lvl3pPr marL="1371600" lvl="2" indent="-320039" algn="l">
              <a:lnSpc>
                <a:spcPct val="100000"/>
              </a:lnSpc>
              <a:spcBef>
                <a:spcPts val="360"/>
              </a:spcBef>
              <a:spcAft>
                <a:spcPts val="0"/>
              </a:spcAft>
              <a:buClr>
                <a:schemeClr val="dk1"/>
              </a:buClr>
              <a:buSzPts val="1440"/>
              <a:buChar char="⮚"/>
              <a:defRPr/>
            </a:lvl3pPr>
            <a:lvl4pPr marL="1828800" lvl="3" indent="-320039" algn="l">
              <a:lnSpc>
                <a:spcPct val="100000"/>
              </a:lnSpc>
              <a:spcBef>
                <a:spcPts val="360"/>
              </a:spcBef>
              <a:spcAft>
                <a:spcPts val="0"/>
              </a:spcAft>
              <a:buClr>
                <a:schemeClr val="dk1"/>
              </a:buClr>
              <a:buSzPts val="1440"/>
              <a:buChar char="⮚"/>
              <a:defRPr/>
            </a:lvl4pPr>
            <a:lvl5pPr marL="2286000" lvl="4" indent="-320039" algn="l">
              <a:lnSpc>
                <a:spcPct val="100000"/>
              </a:lnSpc>
              <a:spcBef>
                <a:spcPts val="360"/>
              </a:spcBef>
              <a:spcAft>
                <a:spcPts val="0"/>
              </a:spcAft>
              <a:buClr>
                <a:schemeClr val="dk1"/>
              </a:buClr>
              <a:buSzPts val="1440"/>
              <a:buChar char="⮚"/>
              <a:defRPr/>
            </a:lvl5pPr>
            <a:lvl6pPr marL="2743200" lvl="5" indent="-320039" algn="l">
              <a:lnSpc>
                <a:spcPct val="100000"/>
              </a:lnSpc>
              <a:spcBef>
                <a:spcPts val="360"/>
              </a:spcBef>
              <a:spcAft>
                <a:spcPts val="0"/>
              </a:spcAft>
              <a:buSzPts val="1440"/>
              <a:buChar char="⚫"/>
              <a:defRPr/>
            </a:lvl6pPr>
            <a:lvl7pPr marL="3200400" lvl="6" indent="-320039" algn="l">
              <a:lnSpc>
                <a:spcPct val="100000"/>
              </a:lnSpc>
              <a:spcBef>
                <a:spcPts val="360"/>
              </a:spcBef>
              <a:spcAft>
                <a:spcPts val="0"/>
              </a:spcAft>
              <a:buSzPts val="144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3" name="Google Shape;73;p12"/>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2"/>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75"/>
        <p:cNvGrpSpPr/>
        <p:nvPr/>
      </p:nvGrpSpPr>
      <p:grpSpPr>
        <a:xfrm>
          <a:off x="0" y="0"/>
          <a:ext cx="0" cy="0"/>
          <a:chOff x="0" y="0"/>
          <a:chExt cx="0" cy="0"/>
        </a:xfrm>
      </p:grpSpPr>
      <p:sp>
        <p:nvSpPr>
          <p:cNvPr id="76" name="Google Shape;76;p13"/>
          <p:cNvSpPr txBox="1">
            <a:spLocks noGrp="1"/>
          </p:cNvSpPr>
          <p:nvPr>
            <p:ph type="title"/>
          </p:nvPr>
        </p:nvSpPr>
        <p:spPr>
          <a:xfrm>
            <a:off x="609600" y="704850"/>
            <a:ext cx="10972800" cy="1143000"/>
          </a:xfrm>
          <a:prstGeom prst="rect">
            <a:avLst/>
          </a:prstGeom>
          <a:noFill/>
          <a:ln>
            <a:noFill/>
          </a:ln>
        </p:spPr>
        <p:txBody>
          <a:bodyPr spcFirstLastPara="1" wrap="square" lIns="0" tIns="4570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3"/>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9652000" y="6477000"/>
            <a:ext cx="1930400" cy="381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09600" y="704850"/>
            <a:ext cx="10972800" cy="1143000"/>
          </a:xfrm>
          <a:prstGeom prst="rect">
            <a:avLst/>
          </a:prstGeom>
          <a:noFill/>
          <a:ln>
            <a:noFill/>
          </a:ln>
        </p:spPr>
        <p:txBody>
          <a:bodyPr spcFirstLastPara="1" wrap="square" lIns="0" tIns="45700" rIns="0" bIns="0" anchor="b" anchorCtr="0">
            <a:noAutofit/>
          </a:bodyPr>
          <a:lstStyle>
            <a:lvl1pPr marR="0" lvl="0"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5000" b="0" i="0" u="none" strike="noStrike" cap="none">
                <a:solidFill>
                  <a:schemeClr val="dk2"/>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5000" b="0" i="0" u="none" strike="noStrike" cap="none">
                <a:solidFill>
                  <a:schemeClr val="dk2"/>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5000" b="0" i="0" u="none" strike="noStrike" cap="none">
                <a:solidFill>
                  <a:schemeClr val="dk2"/>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5000" b="0" i="0" u="none" strike="noStrike" cap="none">
                <a:solidFill>
                  <a:schemeClr val="dk2"/>
                </a:solidFill>
                <a:latin typeface="Calibri"/>
                <a:ea typeface="Calibri"/>
                <a:cs typeface="Calibri"/>
                <a:sym typeface="Calibri"/>
              </a:defRPr>
            </a:lvl9pPr>
          </a:lstStyle>
          <a:p>
            <a:endParaRPr/>
          </a:p>
        </p:txBody>
      </p:sp>
      <p:sp>
        <p:nvSpPr>
          <p:cNvPr id="11" name="Google Shape;11;p1"/>
          <p:cNvSpPr txBox="1">
            <a:spLocks noGrp="1"/>
          </p:cNvSpPr>
          <p:nvPr>
            <p:ph type="body" idx="1"/>
          </p:nvPr>
        </p:nvSpPr>
        <p:spPr>
          <a:xfrm>
            <a:off x="609600" y="1935164"/>
            <a:ext cx="10972800" cy="4389437"/>
          </a:xfrm>
          <a:prstGeom prst="rect">
            <a:avLst/>
          </a:prstGeom>
          <a:noFill/>
          <a:ln>
            <a:noFill/>
          </a:ln>
        </p:spPr>
        <p:txBody>
          <a:bodyPr spcFirstLastPara="1" wrap="square" lIns="91425" tIns="45700" rIns="91425" bIns="45700" anchor="t" anchorCtr="0">
            <a:noAutofit/>
          </a:bodyPr>
          <a:lstStyle>
            <a:lvl1pPr marL="457200" marR="0" lvl="0" indent="-330200" algn="l" rtl="0">
              <a:lnSpc>
                <a:spcPct val="100000"/>
              </a:lnSpc>
              <a:spcBef>
                <a:spcPts val="400"/>
              </a:spcBef>
              <a:spcAft>
                <a:spcPts val="0"/>
              </a:spcAft>
              <a:buClr>
                <a:schemeClr val="dk1"/>
              </a:buClr>
              <a:buSzPts val="1600"/>
              <a:buFont typeface="Noto Sans Symbols"/>
              <a:buChar char="⮚"/>
              <a:defRPr sz="2000" b="0" i="0" u="none" strike="noStrike" cap="none">
                <a:solidFill>
                  <a:schemeClr val="dk1"/>
                </a:solidFill>
                <a:latin typeface="Arial"/>
                <a:ea typeface="Arial"/>
                <a:cs typeface="Arial"/>
                <a:sym typeface="Arial"/>
              </a:defRPr>
            </a:lvl1pPr>
            <a:lvl2pPr marL="914400" marR="0" lvl="1" indent="-330200" algn="l" rtl="0">
              <a:lnSpc>
                <a:spcPct val="100000"/>
              </a:lnSpc>
              <a:spcBef>
                <a:spcPts val="400"/>
              </a:spcBef>
              <a:spcAft>
                <a:spcPts val="0"/>
              </a:spcAft>
              <a:buClr>
                <a:schemeClr val="dk1"/>
              </a:buClr>
              <a:buSzPts val="1600"/>
              <a:buFont typeface="Noto Sans Symbols"/>
              <a:buChar char="⮚"/>
              <a:defRPr sz="2000" b="0" i="0" u="none" strike="noStrike" cap="none">
                <a:solidFill>
                  <a:schemeClr val="dk1"/>
                </a:solidFill>
                <a:latin typeface="Arial"/>
                <a:ea typeface="Arial"/>
                <a:cs typeface="Arial"/>
                <a:sym typeface="Arial"/>
              </a:defRPr>
            </a:lvl2pPr>
            <a:lvl3pPr marL="1371600" marR="0" lvl="2" indent="-330200" algn="l" rtl="0">
              <a:lnSpc>
                <a:spcPct val="100000"/>
              </a:lnSpc>
              <a:spcBef>
                <a:spcPts val="400"/>
              </a:spcBef>
              <a:spcAft>
                <a:spcPts val="0"/>
              </a:spcAft>
              <a:buClr>
                <a:schemeClr val="dk1"/>
              </a:buClr>
              <a:buSzPts val="1600"/>
              <a:buFont typeface="Noto Sans Symbols"/>
              <a:buChar char="⮚"/>
              <a:defRPr sz="2000" b="0" i="0" u="none" strike="noStrike" cap="none">
                <a:solidFill>
                  <a:schemeClr val="dk1"/>
                </a:solidFill>
                <a:latin typeface="Arial"/>
                <a:ea typeface="Arial"/>
                <a:cs typeface="Arial"/>
                <a:sym typeface="Arial"/>
              </a:defRPr>
            </a:lvl3pPr>
            <a:lvl4pPr marL="1828800" marR="0" lvl="3" indent="-330200" algn="l" rtl="0">
              <a:lnSpc>
                <a:spcPct val="100000"/>
              </a:lnSpc>
              <a:spcBef>
                <a:spcPts val="400"/>
              </a:spcBef>
              <a:spcAft>
                <a:spcPts val="0"/>
              </a:spcAft>
              <a:buClr>
                <a:schemeClr val="dk1"/>
              </a:buClr>
              <a:buSzPts val="1600"/>
              <a:buFont typeface="Noto Sans Symbols"/>
              <a:buChar char="⮚"/>
              <a:defRPr sz="2000" b="0" i="0" u="none" strike="noStrike" cap="none">
                <a:solidFill>
                  <a:schemeClr val="dk1"/>
                </a:solidFill>
                <a:latin typeface="Arial"/>
                <a:ea typeface="Arial"/>
                <a:cs typeface="Arial"/>
                <a:sym typeface="Arial"/>
              </a:defRPr>
            </a:lvl4pPr>
            <a:lvl5pPr marL="2286000" marR="0" lvl="4" indent="-330200" algn="l" rtl="0">
              <a:lnSpc>
                <a:spcPct val="100000"/>
              </a:lnSpc>
              <a:spcBef>
                <a:spcPts val="400"/>
              </a:spcBef>
              <a:spcAft>
                <a:spcPts val="0"/>
              </a:spcAft>
              <a:buClr>
                <a:schemeClr val="dk1"/>
              </a:buClr>
              <a:buSzPts val="1600"/>
              <a:buFont typeface="Noto Sans Symbols"/>
              <a:buChar char="⮚"/>
              <a:defRPr sz="2000" b="0" i="0" u="none" strike="noStrike" cap="none">
                <a:solidFill>
                  <a:schemeClr val="dk1"/>
                </a:solidFill>
                <a:latin typeface="Arial"/>
                <a:ea typeface="Arial"/>
                <a:cs typeface="Arial"/>
                <a:sym typeface="Arial"/>
              </a:defRPr>
            </a:lvl5pPr>
            <a:lvl6pPr marL="2743200" marR="0" lvl="5" indent="-320039" algn="l" rtl="0">
              <a:lnSpc>
                <a:spcPct val="100000"/>
              </a:lnSpc>
              <a:spcBef>
                <a:spcPts val="360"/>
              </a:spcBef>
              <a:spcAft>
                <a:spcPts val="0"/>
              </a:spcAft>
              <a:buClr>
                <a:schemeClr val="accent5"/>
              </a:buClr>
              <a:buSzPts val="1440"/>
              <a:buFont typeface="Noto Sans Symbols"/>
              <a:buChar char="⚫"/>
              <a:defRPr sz="1800" b="0" i="0" u="none" strike="noStrike" cap="none">
                <a:solidFill>
                  <a:schemeClr val="dk1"/>
                </a:solidFill>
                <a:latin typeface="Arial"/>
                <a:ea typeface="Arial"/>
                <a:cs typeface="Arial"/>
                <a:sym typeface="Arial"/>
              </a:defRPr>
            </a:lvl6pPr>
            <a:lvl7pPr marL="3200400" marR="0" lvl="6" indent="-309879" algn="l" rtl="0">
              <a:lnSpc>
                <a:spcPct val="100000"/>
              </a:lnSpc>
              <a:spcBef>
                <a:spcPts val="320"/>
              </a:spcBef>
              <a:spcAft>
                <a:spcPts val="0"/>
              </a:spcAft>
              <a:buClr>
                <a:schemeClr val="accent6"/>
              </a:buClr>
              <a:buSzPts val="1280"/>
              <a:buFont typeface="Noto Sans Symbols"/>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17500" algn="l" rtl="0">
              <a:lnSpc>
                <a:spcPct val="100000"/>
              </a:lnSpc>
              <a:spcBef>
                <a:spcPts val="280"/>
              </a:spcBef>
              <a:spcAft>
                <a:spcPts val="0"/>
              </a:spcAft>
              <a:buClr>
                <a:schemeClr val="dk2"/>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609600" y="6356351"/>
            <a:ext cx="2844800" cy="365125"/>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mailto:sreeanjaneya@sify.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w3schools.com/" TargetMode="External"/><Relationship Id="rId7" Type="http://schemas.openxmlformats.org/officeDocument/2006/relationships/hyperlink" Target="https://developers.google.com/map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nodejs.org/en/docs" TargetMode="External"/><Relationship Id="rId5" Type="http://schemas.openxmlformats.org/officeDocument/2006/relationships/hyperlink" Target="https://www.mongodb.com/docs" TargetMode="External"/><Relationship Id="rId4" Type="http://schemas.openxmlformats.org/officeDocument/2006/relationships/hyperlink" Target="https://developer.mozilla.org/"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5"/>
        <p:cNvGrpSpPr/>
        <p:nvPr/>
      </p:nvGrpSpPr>
      <p:grpSpPr>
        <a:xfrm>
          <a:off x="0" y="0"/>
          <a:ext cx="0" cy="0"/>
          <a:chOff x="0" y="0"/>
          <a:chExt cx="0" cy="0"/>
        </a:xfrm>
      </p:grpSpPr>
      <p:sp>
        <p:nvSpPr>
          <p:cNvPr id="86" name="Google Shape;86;p14"/>
          <p:cNvSpPr txBox="1">
            <a:spLocks noGrp="1"/>
          </p:cNvSpPr>
          <p:nvPr>
            <p:ph type="title"/>
          </p:nvPr>
        </p:nvSpPr>
        <p:spPr>
          <a:xfrm>
            <a:off x="4191000" y="319087"/>
            <a:ext cx="7620000" cy="2562349"/>
          </a:xfrm>
          <a:prstGeom prst="rect">
            <a:avLst/>
          </a:prstGeom>
          <a:noFill/>
          <a:ln>
            <a:noFill/>
          </a:ln>
        </p:spPr>
        <p:txBody>
          <a:bodyPr spcFirstLastPara="1" wrap="square" lIns="0" tIns="45700" rIns="0" bIns="0" anchor="b" anchorCtr="0">
            <a:noAutofit/>
          </a:bodyPr>
          <a:lstStyle/>
          <a:p>
            <a:pPr lvl="0" algn="ctr"/>
            <a:r>
              <a:rPr lang="en-US" sz="4000" b="1" dirty="0">
                <a:solidFill>
                  <a:srgbClr val="C00000"/>
                </a:solidFill>
                <a:latin typeface="Times New Roman" panose="02020603050405020304" pitchFamily="18" charset="0"/>
                <a:cs typeface="Times New Roman" panose="02020603050405020304" pitchFamily="18" charset="0"/>
              </a:rPr>
              <a:t>Development of a Web-Based Product Catalog and Buyer Inquiry System for a Garment Manufacturing Unit</a:t>
            </a:r>
          </a:p>
        </p:txBody>
      </p:sp>
      <p:sp>
        <p:nvSpPr>
          <p:cNvPr id="87" name="Google Shape;87;p14"/>
          <p:cNvSpPr txBox="1">
            <a:spLocks noGrp="1"/>
          </p:cNvSpPr>
          <p:nvPr>
            <p:ph type="body" idx="1"/>
          </p:nvPr>
        </p:nvSpPr>
        <p:spPr>
          <a:xfrm>
            <a:off x="-1193533" y="76200"/>
            <a:ext cx="375385" cy="859055"/>
          </a:xfrm>
          <a:prstGeom prst="rect">
            <a:avLst/>
          </a:prstGeom>
          <a:noFill/>
          <a:ln>
            <a:noFill/>
          </a:ln>
        </p:spPr>
        <p:txBody>
          <a:bodyPr spcFirstLastPara="1" wrap="square" lIns="45700" tIns="0" rIns="45700" bIns="0" anchor="ctr" anchorCtr="0">
            <a:noAutofit/>
          </a:bodyPr>
          <a:lstStyle/>
          <a:p>
            <a:pPr marL="0" lvl="0" indent="0" algn="ctr" rtl="0">
              <a:lnSpc>
                <a:spcPct val="100000"/>
              </a:lnSpc>
              <a:spcBef>
                <a:spcPts val="0"/>
              </a:spcBef>
              <a:spcAft>
                <a:spcPts val="0"/>
              </a:spcAft>
              <a:buClr>
                <a:schemeClr val="dk2"/>
              </a:buClr>
              <a:buSzPts val="2560"/>
              <a:buNone/>
            </a:pPr>
            <a:endParaRPr sz="3200">
              <a:solidFill>
                <a:srgbClr val="B9077E"/>
              </a:solidFill>
            </a:endParaRPr>
          </a:p>
          <a:p>
            <a:pPr marL="0" lvl="0" indent="0" algn="ctr" rtl="0">
              <a:lnSpc>
                <a:spcPct val="100000"/>
              </a:lnSpc>
              <a:spcBef>
                <a:spcPts val="640"/>
              </a:spcBef>
              <a:spcAft>
                <a:spcPts val="0"/>
              </a:spcAft>
              <a:buClr>
                <a:srgbClr val="B9077E"/>
              </a:buClr>
              <a:buSzPts val="2560"/>
              <a:buNone/>
            </a:pPr>
            <a:r>
              <a:rPr lang="en-US" sz="3200">
                <a:solidFill>
                  <a:srgbClr val="B9077E"/>
                </a:solidFill>
              </a:rPr>
              <a:t>    </a:t>
            </a:r>
            <a:endParaRPr sz="3200"/>
          </a:p>
        </p:txBody>
      </p:sp>
      <p:pic>
        <p:nvPicPr>
          <p:cNvPr id="89" name="Google Shape;89;p14" descr="klogo copy.png"/>
          <p:cNvPicPr preferRelativeResize="0"/>
          <p:nvPr/>
        </p:nvPicPr>
        <p:blipFill rotWithShape="1">
          <a:blip r:embed="rId4">
            <a:alphaModFix/>
          </a:blip>
          <a:srcRect/>
          <a:stretch/>
        </p:blipFill>
        <p:spPr>
          <a:xfrm>
            <a:off x="2057400" y="1447800"/>
            <a:ext cx="1374775" cy="1066800"/>
          </a:xfrm>
          <a:prstGeom prst="rect">
            <a:avLst/>
          </a:prstGeom>
          <a:noFill/>
          <a:ln>
            <a:noFill/>
          </a:ln>
        </p:spPr>
      </p:pic>
      <p:pic>
        <p:nvPicPr>
          <p:cNvPr id="90" name="Google Shape;90;p14" descr="kec2blackborder png.PNG"/>
          <p:cNvPicPr preferRelativeResize="0"/>
          <p:nvPr/>
        </p:nvPicPr>
        <p:blipFill rotWithShape="1">
          <a:blip r:embed="rId5">
            <a:alphaModFix/>
          </a:blip>
          <a:srcRect/>
          <a:stretch/>
        </p:blipFill>
        <p:spPr>
          <a:xfrm>
            <a:off x="1295400" y="4483100"/>
            <a:ext cx="1479550" cy="1841500"/>
          </a:xfrm>
          <a:prstGeom prst="rect">
            <a:avLst/>
          </a:prstGeom>
          <a:noFill/>
          <a:ln>
            <a:noFill/>
          </a:ln>
        </p:spPr>
      </p:pic>
      <p:sp>
        <p:nvSpPr>
          <p:cNvPr id="91" name="Google Shape;91;p14"/>
          <p:cNvSpPr/>
          <p:nvPr/>
        </p:nvSpPr>
        <p:spPr>
          <a:xfrm>
            <a:off x="4419600" y="3122593"/>
            <a:ext cx="7620000" cy="3416320"/>
          </a:xfrm>
          <a:prstGeom prst="rect">
            <a:avLst/>
          </a:prstGeom>
          <a:noFill/>
          <a:ln>
            <a:noFill/>
          </a:ln>
        </p:spPr>
        <p:txBody>
          <a:bodyPr spcFirstLastPara="1" wrap="square" lIns="91425" tIns="45700" rIns="91425" bIns="45700" anchor="t" anchorCtr="0">
            <a:noAutofit/>
          </a:bodyPr>
          <a:lstStyle/>
          <a:p>
            <a:pPr lvl="0" eaLnBrk="0" fontAlgn="base" hangingPunct="0">
              <a:spcBef>
                <a:spcPct val="0"/>
              </a:spcBef>
              <a:spcAft>
                <a:spcPct val="0"/>
              </a:spcAft>
              <a:buClrTx/>
              <a:defRPr/>
            </a:pPr>
            <a:r>
              <a:rPr lang="en-US" sz="1800" b="1" kern="1200" dirty="0">
                <a:solidFill>
                  <a:srgbClr val="0F6FC6">
                    <a:lumMod val="75000"/>
                  </a:srgbClr>
                </a:solidFill>
                <a:latin typeface="Times New Roman" pitchFamily="18" charset="0"/>
                <a:cs typeface="Times New Roman" pitchFamily="18" charset="0"/>
              </a:rPr>
              <a:t>	PROJECT MEMBERS</a:t>
            </a:r>
          </a:p>
          <a:p>
            <a:pPr eaLnBrk="0" fontAlgn="base" hangingPunct="0">
              <a:lnSpc>
                <a:spcPct val="150000"/>
              </a:lnSpc>
              <a:spcBef>
                <a:spcPct val="0"/>
              </a:spcBef>
              <a:spcAft>
                <a:spcPct val="0"/>
              </a:spcAft>
              <a:defRPr/>
            </a:pPr>
            <a:r>
              <a:rPr lang="en-US" sz="1800" b="1" kern="1200" dirty="0">
                <a:solidFill>
                  <a:prstClr val="black"/>
                </a:solidFill>
                <a:latin typeface="Times New Roman" pitchFamily="18" charset="0"/>
                <a:cs typeface="Times New Roman" pitchFamily="18" charset="0"/>
              </a:rPr>
              <a:t>				TEJASWINI K V – 23ITR165</a:t>
            </a:r>
          </a:p>
          <a:p>
            <a:pPr eaLnBrk="0" fontAlgn="base" hangingPunct="0">
              <a:lnSpc>
                <a:spcPct val="150000"/>
              </a:lnSpc>
              <a:spcBef>
                <a:spcPct val="0"/>
              </a:spcBef>
              <a:spcAft>
                <a:spcPct val="0"/>
              </a:spcAft>
              <a:defRPr/>
            </a:pPr>
            <a:r>
              <a:rPr lang="en-US" sz="1800" b="1" dirty="0">
                <a:solidFill>
                  <a:prstClr val="black"/>
                </a:solidFill>
                <a:latin typeface="Times New Roman" pitchFamily="18" charset="0"/>
                <a:cs typeface="Times New Roman" pitchFamily="18" charset="0"/>
              </a:rPr>
              <a:t>				VINOTHINI S – 23ITR171</a:t>
            </a:r>
            <a:endParaRPr lang="en-US" sz="1800" b="1" kern="1200" dirty="0">
              <a:solidFill>
                <a:prstClr val="black"/>
              </a:solidFill>
              <a:latin typeface="Times New Roman" pitchFamily="18" charset="0"/>
              <a:cs typeface="Times New Roman" pitchFamily="18" charset="0"/>
            </a:endParaRPr>
          </a:p>
          <a:p>
            <a:pPr eaLnBrk="0" fontAlgn="base" hangingPunct="0">
              <a:spcBef>
                <a:spcPct val="0"/>
              </a:spcBef>
              <a:spcAft>
                <a:spcPct val="0"/>
              </a:spcAft>
              <a:defRPr/>
            </a:pPr>
            <a:r>
              <a:rPr lang="en-US" sz="1800" b="1" kern="1200" dirty="0">
                <a:solidFill>
                  <a:prstClr val="white"/>
                </a:solidFill>
                <a:latin typeface="Times New Roman" pitchFamily="18" charset="0"/>
                <a:cs typeface="Times New Roman" pitchFamily="18" charset="0"/>
              </a:rPr>
              <a:t>	       (19ITR014) </a:t>
            </a:r>
          </a:p>
          <a:p>
            <a:pPr lvl="0" eaLnBrk="0" fontAlgn="base" hangingPunct="0">
              <a:spcBef>
                <a:spcPct val="0"/>
              </a:spcBef>
              <a:spcAft>
                <a:spcPct val="0"/>
              </a:spcAft>
              <a:defRPr/>
            </a:pPr>
            <a:r>
              <a:rPr lang="en-US" sz="1800" b="1" kern="1200" dirty="0">
                <a:solidFill>
                  <a:srgbClr val="0F6FC6">
                    <a:lumMod val="75000"/>
                  </a:srgbClr>
                </a:solidFill>
                <a:latin typeface="Times New Roman" pitchFamily="18" charset="0"/>
                <a:cs typeface="Times New Roman" pitchFamily="18" charset="0"/>
              </a:rPr>
              <a:t>	PROJECT GUIDE</a:t>
            </a:r>
          </a:p>
          <a:p>
            <a:pPr eaLnBrk="0" fontAlgn="base" hangingPunct="0">
              <a:lnSpc>
                <a:spcPct val="150000"/>
              </a:lnSpc>
              <a:spcBef>
                <a:spcPct val="0"/>
              </a:spcBef>
              <a:spcAft>
                <a:spcPct val="0"/>
              </a:spcAft>
              <a:defRPr/>
            </a:pPr>
            <a:r>
              <a:rPr lang="en-US" sz="1800" b="1" dirty="0">
                <a:solidFill>
                  <a:srgbClr val="0F6FC6">
                    <a:lumMod val="75000"/>
                  </a:srgbClr>
                </a:solidFill>
                <a:latin typeface="Times New Roman" pitchFamily="18" charset="0"/>
                <a:cs typeface="Times New Roman" pitchFamily="18" charset="0"/>
              </a:rPr>
              <a:t>				</a:t>
            </a:r>
            <a:r>
              <a:rPr lang="en-US" sz="1800" b="1" dirty="0">
                <a:solidFill>
                  <a:prstClr val="black"/>
                </a:solidFill>
                <a:latin typeface="Times New Roman" pitchFamily="18" charset="0"/>
                <a:cs typeface="Times New Roman" pitchFamily="18" charset="0"/>
              </a:rPr>
              <a:t>Ms. V. P. GAYATHRI</a:t>
            </a:r>
          </a:p>
          <a:p>
            <a:pPr eaLnBrk="0" fontAlgn="base" hangingPunct="0">
              <a:lnSpc>
                <a:spcPct val="150000"/>
              </a:lnSpc>
              <a:spcBef>
                <a:spcPct val="0"/>
              </a:spcBef>
              <a:spcAft>
                <a:spcPct val="0"/>
              </a:spcAft>
              <a:defRPr/>
            </a:pPr>
            <a:r>
              <a:rPr lang="en-US" sz="1800" b="1" dirty="0">
                <a:solidFill>
                  <a:prstClr val="black"/>
                </a:solidFill>
                <a:latin typeface="Times New Roman" pitchFamily="18" charset="0"/>
                <a:cs typeface="Times New Roman" pitchFamily="18" charset="0"/>
              </a:rPr>
              <a:t>				Assistant Professor/Department of IT</a:t>
            </a:r>
          </a:p>
          <a:p>
            <a:pPr eaLnBrk="0" fontAlgn="base" hangingPunct="0">
              <a:lnSpc>
                <a:spcPct val="150000"/>
              </a:lnSpc>
              <a:spcBef>
                <a:spcPct val="0"/>
              </a:spcBef>
              <a:spcAft>
                <a:spcPct val="0"/>
              </a:spcAft>
              <a:defRPr/>
            </a:pPr>
            <a:r>
              <a:rPr lang="en-US" sz="1800" b="1" dirty="0">
                <a:solidFill>
                  <a:prstClr val="black"/>
                </a:solidFill>
                <a:latin typeface="Times New Roman" pitchFamily="18" charset="0"/>
                <a:cs typeface="Times New Roman" pitchFamily="18" charset="0"/>
              </a:rPr>
              <a:t>				Kongu Engineering College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15"/>
          <p:cNvSpPr txBox="1">
            <a:spLocks noGrp="1"/>
          </p:cNvSpPr>
          <p:nvPr>
            <p:ph type="body" idx="4294967295"/>
          </p:nvPr>
        </p:nvSpPr>
        <p:spPr>
          <a:xfrm>
            <a:off x="2221786" y="1590675"/>
            <a:ext cx="9196227" cy="4343400"/>
          </a:xfrm>
          <a:prstGeom prst="rect">
            <a:avLst/>
          </a:prstGeom>
          <a:noFill/>
          <a:ln>
            <a:noFill/>
          </a:ln>
        </p:spPr>
        <p:txBody>
          <a:bodyPr spcFirstLastPara="1" wrap="square" lIns="91425" tIns="45700" rIns="91425" bIns="45700" anchor="t" anchorCtr="0">
            <a:noAutofit/>
          </a:bodyPr>
          <a:lstStyle/>
          <a:p>
            <a:pPr>
              <a:buNone/>
            </a:pPr>
            <a:r>
              <a:rPr lang="en-IN" sz="2400" b="1" dirty="0">
                <a:latin typeface="Times New Roman" pitchFamily="18" charset="0"/>
                <a:cs typeface="Times New Roman" pitchFamily="18" charset="0"/>
              </a:rPr>
              <a:t>Company Name : </a:t>
            </a:r>
          </a:p>
          <a:p>
            <a:pPr>
              <a:buNone/>
            </a:pPr>
            <a:r>
              <a:rPr lang="en-IN" sz="2400" b="1" dirty="0">
                <a:latin typeface="Times New Roman" pitchFamily="18" charset="0"/>
                <a:cs typeface="Times New Roman" pitchFamily="18" charset="0"/>
              </a:rPr>
              <a:t>		</a:t>
            </a:r>
            <a:r>
              <a:rPr lang="en-IN" dirty="0">
                <a:latin typeface="Times New Roman" panose="02020603050405020304" pitchFamily="18" charset="0"/>
                <a:cs typeface="Times New Roman" panose="02020603050405020304" pitchFamily="18" charset="0"/>
              </a:rPr>
              <a:t>Sree Anjaneya Exports</a:t>
            </a:r>
          </a:p>
          <a:p>
            <a:pPr>
              <a:buNone/>
            </a:pPr>
            <a:r>
              <a:rPr lang="en-US" sz="2400" b="1" dirty="0">
                <a:latin typeface="Times New Roman" panose="02020603050405020304" pitchFamily="18" charset="0"/>
                <a:cs typeface="Times New Roman" pitchFamily="18" charset="0"/>
              </a:rPr>
              <a:t>Owner :</a:t>
            </a:r>
            <a:r>
              <a:rPr lang="en-US" sz="2400" dirty="0">
                <a:latin typeface="Times New Roman" panose="02020603050405020304" pitchFamily="18" charset="0"/>
                <a:cs typeface="Times New Roman" pitchFamily="18" charset="0"/>
              </a:rPr>
              <a:t> </a:t>
            </a:r>
          </a:p>
          <a:p>
            <a:pPr>
              <a:buNone/>
            </a:pPr>
            <a:r>
              <a:rPr lang="en-US" sz="2400" dirty="0">
                <a:latin typeface="Times New Roman" panose="02020603050405020304" pitchFamily="18" charset="0"/>
                <a:cs typeface="Times New Roman" pitchFamily="18" charset="0"/>
              </a:rPr>
              <a:t>		</a:t>
            </a:r>
            <a:r>
              <a:rPr lang="en-IN" dirty="0">
                <a:latin typeface="Times New Roman" panose="02020603050405020304" pitchFamily="18" charset="0"/>
                <a:cs typeface="Times New Roman" panose="02020603050405020304" pitchFamily="18" charset="0"/>
              </a:rPr>
              <a:t>M. Duraisamy</a:t>
            </a:r>
          </a:p>
          <a:p>
            <a:pPr>
              <a:buNone/>
            </a:pPr>
            <a:r>
              <a:rPr lang="en-IN" sz="2400" b="1" dirty="0">
                <a:latin typeface="Times New Roman" pitchFamily="18" charset="0"/>
                <a:cs typeface="Times New Roman" pitchFamily="18" charset="0"/>
              </a:rPr>
              <a:t>Address :</a:t>
            </a:r>
          </a:p>
          <a:p>
            <a:pPr>
              <a:buNone/>
            </a:pPr>
            <a:r>
              <a:rPr lang="en-IN" sz="2400" b="1" dirty="0">
                <a:latin typeface="Times New Roman" pitchFamily="18" charset="0"/>
                <a:cs typeface="Times New Roman" pitchFamily="18" charset="0"/>
              </a:rPr>
              <a:t>		</a:t>
            </a:r>
            <a:r>
              <a:rPr lang="en-IN" dirty="0">
                <a:latin typeface="Times New Roman" panose="02020603050405020304" pitchFamily="18" charset="0"/>
                <a:cs typeface="Times New Roman" panose="02020603050405020304" pitchFamily="18" charset="0"/>
              </a:rPr>
              <a:t>45, </a:t>
            </a:r>
            <a:r>
              <a:rPr lang="en-IN" dirty="0" err="1">
                <a:latin typeface="Times New Roman" panose="02020603050405020304" pitchFamily="18" charset="0"/>
                <a:cs typeface="Times New Roman" panose="02020603050405020304" pitchFamily="18" charset="0"/>
              </a:rPr>
              <a:t>Chandrapuram</a:t>
            </a:r>
            <a:r>
              <a:rPr lang="en-IN" dirty="0">
                <a:latin typeface="Times New Roman" panose="02020603050405020304" pitchFamily="18" charset="0"/>
                <a:cs typeface="Times New Roman" panose="02020603050405020304" pitchFamily="18" charset="0"/>
              </a:rPr>
              <a:t> East, Chitra Garden, 	</a:t>
            </a:r>
          </a:p>
          <a:p>
            <a:pPr>
              <a:buNone/>
            </a:pPr>
            <a:r>
              <a:rPr lang="en-IN" dirty="0">
                <a:latin typeface="Times New Roman" panose="02020603050405020304" pitchFamily="18" charset="0"/>
                <a:cs typeface="Times New Roman" panose="02020603050405020304" pitchFamily="18" charset="0"/>
              </a:rPr>
              <a:t>		Tirupur - 641608</a:t>
            </a:r>
          </a:p>
          <a:p>
            <a:pPr>
              <a:buNone/>
            </a:pPr>
            <a:r>
              <a:rPr lang="en-IN" sz="2400" b="1" dirty="0">
                <a:latin typeface="Times New Roman" pitchFamily="18" charset="0"/>
                <a:cs typeface="Times New Roman" pitchFamily="18" charset="0"/>
              </a:rPr>
              <a:t>Contact : </a:t>
            </a:r>
          </a:p>
          <a:p>
            <a:pPr>
              <a:buNone/>
            </a:pPr>
            <a:r>
              <a:rPr lang="en-IN" sz="2400" b="1" dirty="0">
                <a:latin typeface="Times New Roman" pitchFamily="18" charset="0"/>
                <a:cs typeface="Times New Roman" pitchFamily="18" charset="0"/>
              </a:rPr>
              <a:t>		</a:t>
            </a:r>
            <a:r>
              <a:rPr lang="en-IN" b="1" dirty="0">
                <a:latin typeface="Times New Roman" pitchFamily="18" charset="0"/>
                <a:cs typeface="Times New Roman" pitchFamily="18" charset="0"/>
              </a:rPr>
              <a:t>Phone no:</a:t>
            </a:r>
            <a:r>
              <a:rPr lang="en-IN" dirty="0">
                <a:latin typeface="Times New Roman" pitchFamily="18" charset="0"/>
                <a:cs typeface="Times New Roman" pitchFamily="18" charset="0"/>
              </a:rPr>
              <a:t> +9198432 43366</a:t>
            </a:r>
          </a:p>
          <a:p>
            <a:pPr>
              <a:buNone/>
            </a:pPr>
            <a:r>
              <a:rPr lang="en-IN" b="1" dirty="0">
                <a:latin typeface="Times New Roman" panose="02020603050405020304" pitchFamily="18" charset="0"/>
                <a:cs typeface="Times New Roman" pitchFamily="18" charset="0"/>
              </a:rPr>
              <a:t>		Email:</a:t>
            </a:r>
            <a:r>
              <a:rPr lang="fr-FR" dirty="0">
                <a:effectLst/>
                <a:latin typeface="Times New Roman" panose="02020603050405020304" pitchFamily="18" charset="0"/>
                <a:cs typeface="Times New Roman" panose="02020603050405020304" pitchFamily="18" charset="0"/>
              </a:rPr>
              <a:t> </a:t>
            </a:r>
            <a:r>
              <a:rPr lang="en-IN" dirty="0">
                <a:solidFill>
                  <a:schemeClr val="tx1">
                    <a:lumMod val="85000"/>
                    <a:lumOff val="15000"/>
                  </a:schemeClr>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sreeanjaneya@sify.com</a:t>
            </a:r>
            <a:endParaRPr lang="en-IN" b="1" dirty="0">
              <a:solidFill>
                <a:schemeClr val="tx1">
                  <a:lumMod val="85000"/>
                  <a:lumOff val="15000"/>
                </a:schemeClr>
              </a:solidFill>
              <a:latin typeface="Times New Roman" panose="02020603050405020304" pitchFamily="18" charset="0"/>
              <a:cs typeface="Times New Roman" pitchFamily="18" charset="0"/>
            </a:endParaRPr>
          </a:p>
        </p:txBody>
      </p:sp>
      <p:sp>
        <p:nvSpPr>
          <p:cNvPr id="98" name="Google Shape;98;p15"/>
          <p:cNvSpPr/>
          <p:nvPr/>
        </p:nvSpPr>
        <p:spPr>
          <a:xfrm>
            <a:off x="3048000" y="457200"/>
            <a:ext cx="7165976" cy="708025"/>
          </a:xfrm>
          <a:prstGeom prst="rect">
            <a:avLst/>
          </a:prstGeom>
          <a:noFill/>
          <a:ln>
            <a:noFill/>
          </a:ln>
        </p:spPr>
        <p:txBody>
          <a:bodyPr spcFirstLastPara="1" wrap="square" lIns="91425" tIns="45700" rIns="91425" bIns="45700" anchor="t" anchorCtr="0">
            <a:noAutofit/>
          </a:bodyPr>
          <a:lstStyle/>
          <a:p>
            <a:pPr lvl="0">
              <a:buSzPts val="4000"/>
            </a:pPr>
            <a:r>
              <a:rPr lang="en-US" altLang="en-US" sz="4000" b="1" dirty="0">
                <a:solidFill>
                  <a:srgbClr val="C00000"/>
                </a:solidFill>
                <a:latin typeface="Times New Roman" panose="02020603050405020304" pitchFamily="18" charset="0"/>
                <a:cs typeface="Times New Roman" panose="02020603050405020304" pitchFamily="18" charset="0"/>
              </a:rPr>
              <a:t>	  COMPANY DETAILS</a:t>
            </a:r>
            <a:br>
              <a:rPr lang="en-US" altLang="en-US" sz="4800" dirty="0">
                <a:solidFill>
                  <a:srgbClr val="C00000"/>
                </a:solidFill>
                <a:latin typeface="Times New Roman" panose="02020603050405020304" pitchFamily="18" charset="0"/>
                <a:cs typeface="Times New Roman" panose="02020603050405020304" pitchFamily="18" charset="0"/>
              </a:rPr>
            </a:br>
            <a:endParaRPr lang="en-US" sz="4800" b="0" i="0" u="none" strike="noStrike" cap="none" dirty="0">
              <a:solidFill>
                <a:srgbClr val="C00000"/>
              </a:solidFill>
              <a:latin typeface="Times New Roman"/>
              <a:ea typeface="Times New Roman"/>
              <a:cs typeface="Times New Roman"/>
              <a:sym typeface="Times New Roman"/>
            </a:endParaRPr>
          </a:p>
        </p:txBody>
      </p:sp>
      <p:sp>
        <p:nvSpPr>
          <p:cNvPr id="100" name="Google Shape;100;p15"/>
          <p:cNvSpPr txBox="1"/>
          <p:nvPr/>
        </p:nvSpPr>
        <p:spPr>
          <a:xfrm>
            <a:off x="9525001" y="6381750"/>
            <a:ext cx="688975" cy="323850"/>
          </a:xfrm>
          <a:prstGeom prst="rect">
            <a:avLst/>
          </a:prstGeom>
          <a:noFill/>
          <a:ln>
            <a:noFill/>
          </a:ln>
        </p:spPr>
        <p:txBody>
          <a:bodyPr spcFirstLastPara="1" wrap="square" lIns="90000" tIns="46800" rIns="90000" bIns="46800" anchor="b" anchorCtr="0">
            <a:noAutofit/>
          </a:bodyPr>
          <a:lstStyle/>
          <a:p>
            <a:pPr marL="0" marR="0" lvl="0" indent="0" algn="ctr" rtl="0">
              <a:lnSpc>
                <a:spcPct val="100000"/>
              </a:lnSpc>
              <a:spcBef>
                <a:spcPts val="0"/>
              </a:spcBef>
              <a:spcAft>
                <a:spcPts val="0"/>
              </a:spcAft>
              <a:buClr>
                <a:srgbClr val="B5A788"/>
              </a:buClr>
              <a:buSzPts val="1400"/>
              <a:buFont typeface="Noto Sans Symbols"/>
              <a:buNone/>
            </a:pPr>
            <a:fld id="{00000000-1234-1234-1234-123412341234}" type="slidenum">
              <a:rPr lang="en-US" sz="1400" b="0" i="0" u="none" strike="noStrike" cap="none">
                <a:solidFill>
                  <a:srgbClr val="8898C3"/>
                </a:solidFill>
                <a:latin typeface="Times New Roman"/>
                <a:ea typeface="Times New Roman"/>
                <a:cs typeface="Times New Roman"/>
                <a:sym typeface="Times New Roman"/>
              </a:rPr>
              <a:pPr marL="0" marR="0" lvl="0" indent="0" algn="ctr" rtl="0">
                <a:lnSpc>
                  <a:spcPct val="100000"/>
                </a:lnSpc>
                <a:spcBef>
                  <a:spcPts val="0"/>
                </a:spcBef>
                <a:spcAft>
                  <a:spcPts val="0"/>
                </a:spcAft>
                <a:buClr>
                  <a:srgbClr val="B5A788"/>
                </a:buClr>
                <a:buSzPts val="1400"/>
                <a:buFont typeface="Noto Sans Symbols"/>
                <a:buNone/>
              </a:pPr>
              <a:t>2</a:t>
            </a:fld>
            <a:endParaRPr sz="1400" b="0" i="0" u="none" strike="noStrike" cap="none">
              <a:solidFill>
                <a:srgbClr val="8898C3"/>
              </a:solidFill>
              <a:latin typeface="Times New Roman"/>
              <a:ea typeface="Times New Roman"/>
              <a:cs typeface="Times New Roman"/>
              <a:sym typeface="Times New Roman"/>
            </a:endParaRPr>
          </a:p>
        </p:txBody>
      </p:sp>
      <p:sp>
        <p:nvSpPr>
          <p:cNvPr id="101" name="Google Shape;101;p15"/>
          <p:cNvSpPr txBox="1"/>
          <p:nvPr/>
        </p:nvSpPr>
        <p:spPr>
          <a:xfrm>
            <a:off x="5791200" y="6381750"/>
            <a:ext cx="2057400" cy="323850"/>
          </a:xfrm>
          <a:prstGeom prst="rect">
            <a:avLst/>
          </a:prstGeom>
          <a:noFill/>
          <a:ln>
            <a:noFill/>
          </a:ln>
        </p:spPr>
        <p:txBody>
          <a:bodyPr spcFirstLastPara="1" wrap="square" lIns="90000" tIns="46800" rIns="90000" bIns="46800" anchor="b"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C8DA9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7" name="Google Shape;107;p16"/>
          <p:cNvSpPr txBox="1">
            <a:spLocks noGrp="1"/>
          </p:cNvSpPr>
          <p:nvPr>
            <p:ph type="body" idx="4294967295"/>
          </p:nvPr>
        </p:nvSpPr>
        <p:spPr>
          <a:xfrm>
            <a:off x="1668171" y="1419330"/>
            <a:ext cx="9677400" cy="5159514"/>
          </a:xfrm>
          <a:prstGeom prst="rect">
            <a:avLst/>
          </a:prstGeom>
          <a:noFill/>
          <a:ln>
            <a:noFill/>
          </a:ln>
        </p:spPr>
        <p:txBody>
          <a:bodyPr spcFirstLastPara="1" wrap="square" lIns="91425" tIns="45700" rIns="91425" bIns="45700" anchor="t" anchorCtr="0">
            <a:noAutofit/>
          </a:bodyPr>
          <a:lstStyle/>
          <a:p>
            <a:pPr marL="127000" indent="0" algn="just">
              <a:buNone/>
            </a:pPr>
            <a:r>
              <a:rPr lang="en-US" sz="2800" b="1" dirty="0">
                <a:solidFill>
                  <a:srgbClr val="C00000"/>
                </a:solidFill>
                <a:latin typeface="Times New Roman" panose="02020603050405020304" pitchFamily="18" charset="0"/>
                <a:cs typeface="Times New Roman" panose="02020603050405020304" pitchFamily="18" charset="0"/>
              </a:rPr>
              <a:t>PROBLEM STATEMENT</a:t>
            </a:r>
          </a:p>
          <a:p>
            <a:pPr marL="127000" indent="0" algn="just">
              <a:buNone/>
            </a:pPr>
            <a:endParaRPr lang="en-US" sz="700" b="1" dirty="0">
              <a:solidFill>
                <a:srgbClr val="C00000"/>
              </a:solidFill>
              <a:latin typeface="Times New Roman" panose="02020603050405020304" pitchFamily="18" charset="0"/>
              <a:cs typeface="Times New Roman" panose="02020603050405020304" pitchFamily="18" charset="0"/>
            </a:endParaRPr>
          </a:p>
          <a:p>
            <a:pPr marL="127000" indent="0" algn="just">
              <a:buNone/>
            </a:pPr>
            <a:r>
              <a:rPr lang="en-US" sz="28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develop a corporate platform for buyers to browse garment products online, as the company currently relies on manual communication methods such as emails and calls for product inquiries and order discussions</a:t>
            </a:r>
            <a:r>
              <a:rPr lang="en-US" sz="2800" dirty="0">
                <a:latin typeface="Times New Roman" panose="02020603050405020304" pitchFamily="18" charset="0"/>
                <a:cs typeface="Times New Roman" panose="02020603050405020304" pitchFamily="18" charset="0"/>
              </a:rPr>
              <a:t>.</a:t>
            </a:r>
          </a:p>
          <a:p>
            <a:pPr marL="127000" indent="0" algn="just">
              <a:buNone/>
            </a:pPr>
            <a:endParaRPr lang="en-US" sz="700" dirty="0">
              <a:latin typeface="Times New Roman" panose="02020603050405020304" pitchFamily="18" charset="0"/>
              <a:cs typeface="Times New Roman" panose="02020603050405020304" pitchFamily="18" charset="0"/>
            </a:endParaRPr>
          </a:p>
          <a:p>
            <a:pPr marL="127000" indent="0" algn="just">
              <a:buNone/>
            </a:pPr>
            <a:r>
              <a:rPr lang="en-US" sz="2800" b="1" dirty="0">
                <a:solidFill>
                  <a:srgbClr val="C00000"/>
                </a:solidFill>
                <a:latin typeface="Times New Roman" panose="02020603050405020304" pitchFamily="18" charset="0"/>
                <a:cs typeface="Times New Roman" panose="02020603050405020304" pitchFamily="18" charset="0"/>
              </a:rPr>
              <a:t>SOLUTION</a:t>
            </a:r>
          </a:p>
          <a:p>
            <a:pPr marL="127000" indent="0" algn="just">
              <a:buNone/>
            </a:pPr>
            <a:endParaRPr lang="en-US" sz="700" b="1" dirty="0">
              <a:solidFill>
                <a:srgbClr val="C00000"/>
              </a:solidFill>
              <a:latin typeface="Times New Roman" panose="02020603050405020304" pitchFamily="18" charset="0"/>
              <a:cs typeface="Times New Roman" panose="02020603050405020304" pitchFamily="18" charset="0"/>
            </a:endParaRPr>
          </a:p>
          <a:p>
            <a:pPr marL="127000" indent="0">
              <a:buNone/>
            </a:pPr>
            <a:r>
              <a:rPr lang="en-US" dirty="0">
                <a:latin typeface="Times New Roman" panose="02020603050405020304" pitchFamily="18" charset="0"/>
                <a:cs typeface="Times New Roman" panose="02020603050405020304" pitchFamily="18" charset="0"/>
              </a:rPr>
              <a:t>Develop a corporate website with a product catalog to:</a:t>
            </a:r>
          </a:p>
          <a:p>
            <a:pPr marL="127000" indent="0">
              <a:buNone/>
            </a:pPr>
            <a:endParaRPr lang="en-US" sz="7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Digitize product showcasing and buyer inquiries.</a:t>
            </a:r>
          </a:p>
          <a:p>
            <a:endParaRPr lang="en-US" sz="2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Enable structured sample request and tracking.</a:t>
            </a:r>
          </a:p>
          <a:p>
            <a:endParaRPr lang="en-US" sz="2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Improve global visibility and professional online presence.</a:t>
            </a:r>
          </a:p>
          <a:p>
            <a:pPr algn="just">
              <a:buNone/>
            </a:pPr>
            <a:endParaRPr lang="en-US" sz="2400" dirty="0">
              <a:latin typeface="Times New Roman" panose="02020603050405020304" pitchFamily="18" charset="0"/>
              <a:cs typeface="Times New Roman" panose="02020603050405020304" pitchFamily="18" charset="0"/>
            </a:endParaRPr>
          </a:p>
        </p:txBody>
      </p:sp>
      <p:sp>
        <p:nvSpPr>
          <p:cNvPr id="108" name="Google Shape;108;p16"/>
          <p:cNvSpPr/>
          <p:nvPr/>
        </p:nvSpPr>
        <p:spPr>
          <a:xfrm>
            <a:off x="2514600" y="609600"/>
            <a:ext cx="8610600" cy="707886"/>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dirty="0">
                <a:solidFill>
                  <a:srgbClr val="C00000"/>
                </a:solidFill>
                <a:latin typeface="Times New Roman"/>
                <a:ea typeface="Times New Roman"/>
                <a:cs typeface="Times New Roman"/>
                <a:sym typeface="Times New Roman"/>
              </a:rPr>
              <a:t>PURPOSE OF THE PROJECT</a:t>
            </a:r>
            <a:endParaRPr lang="en-US" sz="4800" b="0" i="0" u="none" strike="noStrike" cap="none" dirty="0">
              <a:solidFill>
                <a:srgbClr val="C00000"/>
              </a:solidFill>
              <a:latin typeface="Times New Roman"/>
              <a:ea typeface="Times New Roman"/>
              <a:cs typeface="Times New Roman"/>
              <a:sym typeface="Times New Roman"/>
            </a:endParaRPr>
          </a:p>
        </p:txBody>
      </p:sp>
      <p:sp>
        <p:nvSpPr>
          <p:cNvPr id="110" name="Google Shape;110;p16"/>
          <p:cNvSpPr txBox="1"/>
          <p:nvPr/>
        </p:nvSpPr>
        <p:spPr>
          <a:xfrm>
            <a:off x="9525001" y="6381750"/>
            <a:ext cx="688975" cy="323850"/>
          </a:xfrm>
          <a:prstGeom prst="rect">
            <a:avLst/>
          </a:prstGeom>
          <a:noFill/>
          <a:ln>
            <a:noFill/>
          </a:ln>
        </p:spPr>
        <p:txBody>
          <a:bodyPr spcFirstLastPara="1" wrap="square" lIns="90000" tIns="46800" rIns="90000" bIns="46800" anchor="b" anchorCtr="0">
            <a:noAutofit/>
          </a:bodyPr>
          <a:lstStyle/>
          <a:p>
            <a:pPr marL="0" marR="0" lvl="0" indent="0" algn="ctr" rtl="0">
              <a:lnSpc>
                <a:spcPct val="100000"/>
              </a:lnSpc>
              <a:spcBef>
                <a:spcPts val="0"/>
              </a:spcBef>
              <a:spcAft>
                <a:spcPts val="0"/>
              </a:spcAft>
              <a:buClr>
                <a:srgbClr val="B5A788"/>
              </a:buClr>
              <a:buSzPts val="1400"/>
              <a:buFont typeface="Noto Sans Symbols"/>
              <a:buNone/>
            </a:pPr>
            <a:fld id="{00000000-1234-1234-1234-123412341234}" type="slidenum">
              <a:rPr lang="en-US" sz="1400" b="0" i="0" u="none" strike="noStrike" cap="none">
                <a:solidFill>
                  <a:srgbClr val="8898C3"/>
                </a:solidFill>
                <a:latin typeface="Times New Roman"/>
                <a:ea typeface="Times New Roman"/>
                <a:cs typeface="Times New Roman"/>
                <a:sym typeface="Times New Roman"/>
              </a:rPr>
              <a:pPr marL="0" marR="0" lvl="0" indent="0" algn="ctr" rtl="0">
                <a:lnSpc>
                  <a:spcPct val="100000"/>
                </a:lnSpc>
                <a:spcBef>
                  <a:spcPts val="0"/>
                </a:spcBef>
                <a:spcAft>
                  <a:spcPts val="0"/>
                </a:spcAft>
                <a:buClr>
                  <a:srgbClr val="B5A788"/>
                </a:buClr>
                <a:buSzPts val="1400"/>
                <a:buFont typeface="Noto Sans Symbols"/>
                <a:buNone/>
              </a:pPr>
              <a:t>3</a:t>
            </a:fld>
            <a:endParaRPr sz="1400" b="0" i="0" u="none" strike="noStrike" cap="none">
              <a:solidFill>
                <a:srgbClr val="8898C3"/>
              </a:solidFill>
              <a:latin typeface="Times New Roman"/>
              <a:ea typeface="Times New Roman"/>
              <a:cs typeface="Times New Roman"/>
              <a:sym typeface="Times New Roman"/>
            </a:endParaRPr>
          </a:p>
        </p:txBody>
      </p:sp>
      <p:sp>
        <p:nvSpPr>
          <p:cNvPr id="111" name="Google Shape;111;p16"/>
          <p:cNvSpPr txBox="1"/>
          <p:nvPr/>
        </p:nvSpPr>
        <p:spPr>
          <a:xfrm>
            <a:off x="5791200" y="6381750"/>
            <a:ext cx="2057400" cy="323850"/>
          </a:xfrm>
          <a:prstGeom prst="rect">
            <a:avLst/>
          </a:prstGeom>
          <a:noFill/>
          <a:ln>
            <a:noFill/>
          </a:ln>
        </p:spPr>
        <p:txBody>
          <a:bodyPr spcFirstLastPara="1" wrap="square" lIns="90000" tIns="46800" rIns="90000" bIns="46800" anchor="b"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C8DA9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8" name="Google Shape;118;p17"/>
          <p:cNvSpPr/>
          <p:nvPr/>
        </p:nvSpPr>
        <p:spPr>
          <a:xfrm>
            <a:off x="4419600" y="1141824"/>
            <a:ext cx="3581400" cy="70802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dirty="0">
                <a:solidFill>
                  <a:srgbClr val="C00000"/>
                </a:solidFill>
                <a:latin typeface="Times New Roman"/>
                <a:ea typeface="Times New Roman"/>
                <a:cs typeface="Times New Roman"/>
                <a:sym typeface="Times New Roman"/>
              </a:rPr>
              <a:t>OBJECTIVE</a:t>
            </a:r>
            <a:endParaRPr lang="en-US" sz="4800" b="0" i="0" u="none" strike="noStrike" cap="none" dirty="0">
              <a:solidFill>
                <a:srgbClr val="C00000"/>
              </a:solidFill>
              <a:latin typeface="Times New Roman"/>
              <a:ea typeface="Times New Roman"/>
              <a:cs typeface="Times New Roman"/>
              <a:sym typeface="Times New Roman"/>
            </a:endParaRPr>
          </a:p>
        </p:txBody>
      </p:sp>
      <p:sp>
        <p:nvSpPr>
          <p:cNvPr id="120" name="Google Shape;120;p17"/>
          <p:cNvSpPr txBox="1"/>
          <p:nvPr/>
        </p:nvSpPr>
        <p:spPr>
          <a:xfrm>
            <a:off x="9525001" y="6381750"/>
            <a:ext cx="688975" cy="323850"/>
          </a:xfrm>
          <a:prstGeom prst="rect">
            <a:avLst/>
          </a:prstGeom>
          <a:noFill/>
          <a:ln>
            <a:noFill/>
          </a:ln>
        </p:spPr>
        <p:txBody>
          <a:bodyPr spcFirstLastPara="1" wrap="square" lIns="90000" tIns="46800" rIns="90000" bIns="46800" anchor="b" anchorCtr="0">
            <a:noAutofit/>
          </a:bodyPr>
          <a:lstStyle/>
          <a:p>
            <a:pPr marL="0" marR="0" lvl="0" indent="0" algn="ctr" rtl="0">
              <a:lnSpc>
                <a:spcPct val="100000"/>
              </a:lnSpc>
              <a:spcBef>
                <a:spcPts val="0"/>
              </a:spcBef>
              <a:spcAft>
                <a:spcPts val="0"/>
              </a:spcAft>
              <a:buClr>
                <a:srgbClr val="B5A788"/>
              </a:buClr>
              <a:buSzPts val="1400"/>
              <a:buFont typeface="Noto Sans Symbols"/>
              <a:buNone/>
            </a:pPr>
            <a:fld id="{00000000-1234-1234-1234-123412341234}" type="slidenum">
              <a:rPr lang="en-US" sz="1400" b="0" i="0" u="none" strike="noStrike" cap="none">
                <a:solidFill>
                  <a:srgbClr val="8898C3"/>
                </a:solidFill>
                <a:latin typeface="Times New Roman"/>
                <a:ea typeface="Times New Roman"/>
                <a:cs typeface="Times New Roman"/>
                <a:sym typeface="Times New Roman"/>
              </a:rPr>
              <a:pPr marL="0" marR="0" lvl="0" indent="0" algn="ctr" rtl="0">
                <a:lnSpc>
                  <a:spcPct val="100000"/>
                </a:lnSpc>
                <a:spcBef>
                  <a:spcPts val="0"/>
                </a:spcBef>
                <a:spcAft>
                  <a:spcPts val="0"/>
                </a:spcAft>
                <a:buClr>
                  <a:srgbClr val="B5A788"/>
                </a:buClr>
                <a:buSzPts val="1400"/>
                <a:buFont typeface="Noto Sans Symbols"/>
                <a:buNone/>
              </a:pPr>
              <a:t>4</a:t>
            </a:fld>
            <a:endParaRPr sz="1400" b="0" i="0" u="none" strike="noStrike" cap="none">
              <a:solidFill>
                <a:srgbClr val="8898C3"/>
              </a:solidFill>
              <a:latin typeface="Times New Roman"/>
              <a:ea typeface="Times New Roman"/>
              <a:cs typeface="Times New Roman"/>
              <a:sym typeface="Times New Roman"/>
            </a:endParaRPr>
          </a:p>
        </p:txBody>
      </p:sp>
      <p:sp>
        <p:nvSpPr>
          <p:cNvPr id="121" name="Google Shape;121;p17"/>
          <p:cNvSpPr txBox="1"/>
          <p:nvPr/>
        </p:nvSpPr>
        <p:spPr>
          <a:xfrm>
            <a:off x="5791200" y="6381750"/>
            <a:ext cx="2057400" cy="323850"/>
          </a:xfrm>
          <a:prstGeom prst="rect">
            <a:avLst/>
          </a:prstGeom>
          <a:noFill/>
          <a:ln>
            <a:noFill/>
          </a:ln>
        </p:spPr>
        <p:txBody>
          <a:bodyPr spcFirstLastPara="1" wrap="square" lIns="90000" tIns="46800" rIns="90000" bIns="46800" anchor="b"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C8DA90"/>
              </a:solidFill>
              <a:latin typeface="Times New Roman"/>
              <a:ea typeface="Times New Roman"/>
              <a:cs typeface="Times New Roman"/>
              <a:sym typeface="Times New Roman"/>
            </a:endParaRPr>
          </a:p>
        </p:txBody>
      </p:sp>
      <p:sp>
        <p:nvSpPr>
          <p:cNvPr id="3" name="Text Placeholder 2">
            <a:extLst>
              <a:ext uri="{FF2B5EF4-FFF2-40B4-BE49-F238E27FC236}">
                <a16:creationId xmlns:a16="http://schemas.microsoft.com/office/drawing/2014/main" id="{4187E639-B727-DABE-0D19-7C7BD003A161}"/>
              </a:ext>
            </a:extLst>
          </p:cNvPr>
          <p:cNvSpPr>
            <a:spLocks noGrp="1" noChangeArrowheads="1"/>
          </p:cNvSpPr>
          <p:nvPr>
            <p:ph type="body" idx="4294967295"/>
          </p:nvPr>
        </p:nvSpPr>
        <p:spPr bwMode="auto">
          <a:xfrm>
            <a:off x="2971800" y="2362200"/>
            <a:ext cx="77724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 professional corporate website for a garment exporter</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showcase products through a structured product catalog</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support business workflows digitally</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manual inquiry and sample tracking processes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18"/>
          <p:cNvSpPr txBox="1">
            <a:spLocks noGrp="1"/>
          </p:cNvSpPr>
          <p:nvPr>
            <p:ph type="body" idx="4294967295"/>
          </p:nvPr>
        </p:nvSpPr>
        <p:spPr>
          <a:xfrm>
            <a:off x="1600200" y="1371600"/>
            <a:ext cx="9679004" cy="4944010"/>
          </a:xfrm>
          <a:prstGeom prst="rect">
            <a:avLst/>
          </a:prstGeom>
          <a:noFill/>
          <a:ln>
            <a:noFill/>
          </a:ln>
        </p:spPr>
        <p:txBody>
          <a:bodyPr spcFirstLastPara="1" wrap="square" lIns="91425" tIns="45700" rIns="91425" bIns="45700" anchor="t" anchorCtr="0">
            <a:noAutofit/>
          </a:bodyPr>
          <a:lstStyle/>
          <a:p>
            <a:pPr>
              <a:buNone/>
            </a:pPr>
            <a:r>
              <a:rPr lang="en-US" sz="1800" b="1" dirty="0">
                <a:solidFill>
                  <a:srgbClr val="A50021"/>
                </a:solidFill>
                <a:latin typeface="Times New Roman" pitchFamily="18" charset="0"/>
                <a:cs typeface="Times New Roman" pitchFamily="18" charset="0"/>
              </a:rPr>
              <a:t>HARDWARE REQUIREMENTS</a:t>
            </a:r>
            <a:endParaRPr lang="en-US" sz="1800" dirty="0">
              <a:latin typeface="Times New Roman" pitchFamily="18" charset="0"/>
              <a:cs typeface="Times New Roman" pitchFamily="18" charset="0"/>
            </a:endParaRPr>
          </a:p>
          <a:p>
            <a:pPr>
              <a:buNone/>
            </a:pPr>
            <a:r>
              <a:rPr lang="en-US" sz="1800" b="1" dirty="0">
                <a:latin typeface="Times New Roman" pitchFamily="18" charset="0"/>
                <a:cs typeface="Times New Roman" pitchFamily="18" charset="0"/>
              </a:rPr>
              <a:t>		Processor		:	</a:t>
            </a:r>
            <a:r>
              <a:rPr lang="en-US" sz="1800" dirty="0">
                <a:latin typeface="Times New Roman" pitchFamily="18" charset="0"/>
                <a:cs typeface="Times New Roman" pitchFamily="18" charset="0"/>
              </a:rPr>
              <a:t>Intel Pentium</a:t>
            </a:r>
          </a:p>
          <a:p>
            <a:pPr>
              <a:buNone/>
            </a:pPr>
            <a:r>
              <a:rPr lang="en-US" sz="1800" b="1" dirty="0">
                <a:latin typeface="Times New Roman" pitchFamily="18" charset="0"/>
                <a:cs typeface="Times New Roman" pitchFamily="18" charset="0"/>
              </a:rPr>
              <a:t>		Processor Speed		:	</a:t>
            </a:r>
            <a:r>
              <a:rPr lang="en-US" sz="1800" dirty="0">
                <a:latin typeface="Times New Roman" pitchFamily="18" charset="0"/>
                <a:cs typeface="Times New Roman" pitchFamily="18" charset="0"/>
              </a:rPr>
              <a:t>250MHz to 667MHz</a:t>
            </a:r>
          </a:p>
          <a:p>
            <a:pPr>
              <a:buNone/>
            </a:pPr>
            <a:r>
              <a:rPr lang="en-US" sz="1800" b="1" dirty="0">
                <a:latin typeface="Times New Roman" pitchFamily="18" charset="0"/>
                <a:cs typeface="Times New Roman" pitchFamily="18" charset="0"/>
              </a:rPr>
              <a:t>		RAM			:	</a:t>
            </a:r>
            <a:r>
              <a:rPr lang="en-US" sz="1800" dirty="0">
                <a:latin typeface="Times New Roman" pitchFamily="18" charset="0"/>
                <a:cs typeface="Times New Roman" pitchFamily="18" charset="0"/>
              </a:rPr>
              <a:t>8GB RAM</a:t>
            </a:r>
          </a:p>
          <a:p>
            <a:pPr>
              <a:buNone/>
            </a:pPr>
            <a:r>
              <a:rPr lang="en-US" sz="1800" b="1" dirty="0">
                <a:latin typeface="Times New Roman" pitchFamily="18" charset="0"/>
                <a:cs typeface="Times New Roman" pitchFamily="18" charset="0"/>
              </a:rPr>
              <a:t>		Hard Disk		:	</a:t>
            </a:r>
            <a:r>
              <a:rPr lang="en-US" sz="1800" dirty="0">
                <a:latin typeface="Times New Roman" pitchFamily="18" charset="0"/>
                <a:cs typeface="Times New Roman" pitchFamily="18" charset="0"/>
              </a:rPr>
              <a:t>512GB</a:t>
            </a:r>
          </a:p>
          <a:p>
            <a:pPr>
              <a:buNone/>
            </a:pPr>
            <a:r>
              <a:rPr lang="en-US" sz="1800" b="1" dirty="0">
                <a:latin typeface="Times New Roman" pitchFamily="18" charset="0"/>
                <a:cs typeface="Times New Roman" pitchFamily="18" charset="0"/>
              </a:rPr>
              <a:t>		Keyboard		:	</a:t>
            </a:r>
            <a:r>
              <a:rPr lang="en-US" sz="1800" dirty="0">
                <a:latin typeface="Times New Roman" pitchFamily="18" charset="0"/>
                <a:cs typeface="Times New Roman" pitchFamily="18" charset="0"/>
              </a:rPr>
              <a:t>Standard 104 enhanced</a:t>
            </a:r>
          </a:p>
          <a:p>
            <a:pPr>
              <a:buNone/>
            </a:pPr>
            <a:r>
              <a:rPr lang="en-US" sz="1800" b="1" dirty="0">
                <a:latin typeface="Times New Roman" pitchFamily="18" charset="0"/>
                <a:cs typeface="Times New Roman" pitchFamily="18" charset="0"/>
              </a:rPr>
              <a:t>		Mouse			:	</a:t>
            </a:r>
            <a:r>
              <a:rPr lang="en-US" sz="1800" dirty="0">
                <a:latin typeface="Times New Roman" pitchFamily="18" charset="0"/>
                <a:cs typeface="Times New Roman" pitchFamily="18" charset="0"/>
              </a:rPr>
              <a:t>Local PS/2</a:t>
            </a:r>
          </a:p>
          <a:p>
            <a:pPr>
              <a:buNone/>
            </a:pPr>
            <a:r>
              <a:rPr lang="en-US" sz="1800" dirty="0">
                <a:latin typeface="Times New Roman" pitchFamily="18" charset="0"/>
                <a:cs typeface="Times New Roman" pitchFamily="18" charset="0"/>
              </a:rPr>
              <a:t>	</a:t>
            </a:r>
          </a:p>
          <a:p>
            <a:pPr>
              <a:buNone/>
            </a:pPr>
            <a:r>
              <a:rPr lang="en-US" sz="1800" b="1" dirty="0">
                <a:latin typeface="Times New Roman" pitchFamily="18" charset="0"/>
                <a:cs typeface="Times New Roman" pitchFamily="18" charset="0"/>
              </a:rPr>
              <a:t> </a:t>
            </a:r>
            <a:r>
              <a:rPr lang="en-US" sz="1800" b="1" dirty="0">
                <a:solidFill>
                  <a:srgbClr val="A50021"/>
                </a:solidFill>
                <a:latin typeface="Times New Roman" pitchFamily="18" charset="0"/>
                <a:cs typeface="Times New Roman" pitchFamily="18" charset="0"/>
              </a:rPr>
              <a:t>SOFTWARE REQUIREMENTS</a:t>
            </a:r>
            <a:endParaRPr lang="en-US" sz="1800" dirty="0">
              <a:latin typeface="Times New Roman" pitchFamily="18" charset="0"/>
              <a:cs typeface="Times New Roman" pitchFamily="18" charset="0"/>
            </a:endParaRPr>
          </a:p>
          <a:p>
            <a:pPr>
              <a:buNone/>
            </a:pPr>
            <a:r>
              <a:rPr lang="en-US" sz="1800" b="1" dirty="0">
                <a:latin typeface="Times New Roman" pitchFamily="18" charset="0"/>
                <a:cs typeface="Times New Roman" pitchFamily="18" charset="0"/>
              </a:rPr>
              <a:t>	</a:t>
            </a:r>
            <a:r>
              <a:rPr lang="en-US" sz="1600" b="1" dirty="0">
                <a:latin typeface="Times New Roman" pitchFamily="18" charset="0"/>
                <a:cs typeface="Times New Roman" pitchFamily="18" charset="0"/>
              </a:rPr>
              <a:t>	</a:t>
            </a:r>
            <a:r>
              <a:rPr lang="en-IN" sz="1600" b="1" dirty="0">
                <a:latin typeface="Times New Roman" panose="02020603050405020304" pitchFamily="18" charset="0"/>
                <a:cs typeface="Times New Roman" panose="02020603050405020304" pitchFamily="18" charset="0"/>
              </a:rPr>
              <a:t>Platform</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 : </a:t>
            </a:r>
            <a:r>
              <a:rPr lang="en-IN" sz="1600" dirty="0">
                <a:latin typeface="Times New Roman" panose="02020603050405020304" pitchFamily="18" charset="0"/>
                <a:cs typeface="Times New Roman" panose="02020603050405020304" pitchFamily="18" charset="0"/>
              </a:rPr>
              <a:t>	Visual Studio Code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Client-side Script</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 : </a:t>
            </a:r>
            <a:r>
              <a:rPr lang="en-IN" sz="1600" dirty="0">
                <a:latin typeface="Times New Roman" panose="02020603050405020304" pitchFamily="18" charset="0"/>
                <a:cs typeface="Times New Roman" panose="02020603050405020304" pitchFamily="18" charset="0"/>
              </a:rPr>
              <a:t>	React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Responsive Design</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 	CSS Media Queries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Server-side Script		 : </a:t>
            </a:r>
            <a:r>
              <a:rPr lang="en-IN" sz="1600" dirty="0">
                <a:latin typeface="Times New Roman" panose="02020603050405020304" pitchFamily="18" charset="0"/>
                <a:cs typeface="Times New Roman" panose="02020603050405020304" pitchFamily="18" charset="0"/>
              </a:rPr>
              <a:t>	PHP / Node.js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Database</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 	MySQL</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Web Server</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                : </a:t>
            </a:r>
            <a:r>
              <a:rPr lang="en-IN" sz="1600" dirty="0">
                <a:latin typeface="Times New Roman" panose="02020603050405020304" pitchFamily="18" charset="0"/>
                <a:cs typeface="Times New Roman" panose="02020603050405020304" pitchFamily="18" charset="0"/>
              </a:rPr>
              <a:t>	Apache (XAMPP)</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Browser</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                : </a:t>
            </a:r>
            <a:r>
              <a:rPr lang="en-IN" sz="1600" dirty="0">
                <a:latin typeface="Times New Roman" panose="02020603050405020304" pitchFamily="18" charset="0"/>
                <a:cs typeface="Times New Roman" panose="02020603050405020304" pitchFamily="18" charset="0"/>
              </a:rPr>
              <a:t>	Google Chrome / Edge</a:t>
            </a:r>
          </a:p>
        </p:txBody>
      </p:sp>
      <p:sp>
        <p:nvSpPr>
          <p:cNvPr id="128" name="Google Shape;128;p18"/>
          <p:cNvSpPr/>
          <p:nvPr/>
        </p:nvSpPr>
        <p:spPr>
          <a:xfrm>
            <a:off x="2133600" y="533401"/>
            <a:ext cx="9057968" cy="838200"/>
          </a:xfrm>
          <a:prstGeom prst="rect">
            <a:avLst/>
          </a:prstGeom>
          <a:noFill/>
          <a:ln>
            <a:noFill/>
          </a:ln>
        </p:spPr>
        <p:txBody>
          <a:bodyPr spcFirstLastPara="1" wrap="square" lIns="91425" tIns="45700" rIns="91425" bIns="45700" anchor="t" anchorCtr="0">
            <a:noAutofit/>
          </a:bodyPr>
          <a:lstStyle/>
          <a:p>
            <a:pPr lvl="0" algn="ctr">
              <a:buSzPts val="4000"/>
            </a:pPr>
            <a:r>
              <a:rPr lang="en-US" altLang="en-US" sz="4000" b="1" dirty="0">
                <a:solidFill>
                  <a:srgbClr val="C00000"/>
                </a:solidFill>
                <a:latin typeface="Times New Roman" panose="02020603050405020304" pitchFamily="18" charset="0"/>
                <a:cs typeface="Times New Roman" panose="02020603050405020304" pitchFamily="18" charset="0"/>
              </a:rPr>
              <a:t>REQUIREMENTS OF THE PROJECT</a:t>
            </a:r>
            <a:endParaRPr lang="en-US" sz="4000" b="0" i="0" u="none" strike="noStrike" cap="none" dirty="0">
              <a:solidFill>
                <a:srgbClr val="C00000"/>
              </a:solidFill>
              <a:latin typeface="Times New Roman"/>
              <a:ea typeface="Times New Roman"/>
              <a:cs typeface="Times New Roman"/>
              <a:sym typeface="Times New Roman"/>
            </a:endParaRPr>
          </a:p>
        </p:txBody>
      </p:sp>
      <p:sp>
        <p:nvSpPr>
          <p:cNvPr id="130" name="Google Shape;130;p18"/>
          <p:cNvSpPr txBox="1"/>
          <p:nvPr/>
        </p:nvSpPr>
        <p:spPr>
          <a:xfrm>
            <a:off x="9525001" y="6381750"/>
            <a:ext cx="688975" cy="323850"/>
          </a:xfrm>
          <a:prstGeom prst="rect">
            <a:avLst/>
          </a:prstGeom>
          <a:noFill/>
          <a:ln>
            <a:noFill/>
          </a:ln>
        </p:spPr>
        <p:txBody>
          <a:bodyPr spcFirstLastPara="1" wrap="square" lIns="90000" tIns="46800" rIns="90000" bIns="46800" anchor="b" anchorCtr="0">
            <a:noAutofit/>
          </a:bodyPr>
          <a:lstStyle/>
          <a:p>
            <a:pPr marL="0" marR="0" lvl="0" indent="0" algn="ctr" rtl="0">
              <a:lnSpc>
                <a:spcPct val="100000"/>
              </a:lnSpc>
              <a:spcBef>
                <a:spcPts val="0"/>
              </a:spcBef>
              <a:spcAft>
                <a:spcPts val="0"/>
              </a:spcAft>
              <a:buClr>
                <a:srgbClr val="B5A788"/>
              </a:buClr>
              <a:buSzPts val="1400"/>
              <a:buFont typeface="Noto Sans Symbols"/>
              <a:buNone/>
            </a:pPr>
            <a:fld id="{00000000-1234-1234-1234-123412341234}" type="slidenum">
              <a:rPr lang="en-US" sz="1400" b="0" i="0" u="none" strike="noStrike" cap="none">
                <a:solidFill>
                  <a:srgbClr val="8898C3"/>
                </a:solidFill>
                <a:latin typeface="Times New Roman"/>
                <a:ea typeface="Times New Roman"/>
                <a:cs typeface="Times New Roman"/>
                <a:sym typeface="Times New Roman"/>
              </a:rPr>
              <a:pPr marL="0" marR="0" lvl="0" indent="0" algn="ctr" rtl="0">
                <a:lnSpc>
                  <a:spcPct val="100000"/>
                </a:lnSpc>
                <a:spcBef>
                  <a:spcPts val="0"/>
                </a:spcBef>
                <a:spcAft>
                  <a:spcPts val="0"/>
                </a:spcAft>
                <a:buClr>
                  <a:srgbClr val="B5A788"/>
                </a:buClr>
                <a:buSzPts val="1400"/>
                <a:buFont typeface="Noto Sans Symbols"/>
                <a:buNone/>
              </a:pPr>
              <a:t>5</a:t>
            </a:fld>
            <a:endParaRPr sz="1400" b="0" i="0" u="none" strike="noStrike" cap="none">
              <a:solidFill>
                <a:srgbClr val="8898C3"/>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7" name="Google Shape;127;p18"/>
          <p:cNvSpPr txBox="1">
            <a:spLocks noGrp="1"/>
          </p:cNvSpPr>
          <p:nvPr>
            <p:ph type="body" idx="4294967295"/>
          </p:nvPr>
        </p:nvSpPr>
        <p:spPr>
          <a:xfrm>
            <a:off x="2512996" y="1752065"/>
            <a:ext cx="9679004" cy="4115335"/>
          </a:xfrm>
          <a:prstGeom prst="rect">
            <a:avLst/>
          </a:prstGeom>
          <a:noFill/>
          <a:ln>
            <a:noFill/>
          </a:ln>
        </p:spPr>
        <p:txBody>
          <a:bodyPr spcFirstLastPara="1" wrap="square" lIns="91425" tIns="45700" rIns="91425" bIns="45700" anchor="t" anchorCtr="0">
            <a:noAutofit/>
          </a:bodyPr>
          <a:lstStyle/>
          <a:p>
            <a:pPr marL="127000" indent="0">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Frontend:	</a:t>
            </a:r>
          </a:p>
          <a:p>
            <a:pPr marL="127000" indent="0">
              <a:buNone/>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React</a:t>
            </a:r>
          </a:p>
          <a:p>
            <a:pPr marL="127000" indent="0">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Backend: 	</a:t>
            </a:r>
          </a:p>
          <a:p>
            <a:pPr marL="127000" indent="0">
              <a:buNone/>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Node.js, Express.js</a:t>
            </a:r>
          </a:p>
          <a:p>
            <a:pPr marL="127000" indent="0">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Database: 	</a:t>
            </a:r>
          </a:p>
          <a:p>
            <a:pPr marL="127000" indent="0">
              <a:buNone/>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MongoDB</a:t>
            </a:r>
          </a:p>
          <a:p>
            <a:pPr marL="127000" indent="0">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APIs / Services:</a:t>
            </a:r>
          </a:p>
          <a:p>
            <a:pPr marL="127000" indent="0">
              <a:buNone/>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Google Maps API, Email Service (SMTP / </a:t>
            </a:r>
            <a:r>
              <a:rPr lang="en-IN" dirty="0" err="1">
                <a:latin typeface="Times New Roman" panose="02020603050405020304" pitchFamily="18" charset="0"/>
                <a:cs typeface="Times New Roman" panose="02020603050405020304" pitchFamily="18" charset="0"/>
              </a:rPr>
              <a:t>EmailJS</a:t>
            </a:r>
            <a:r>
              <a:rPr lang="en-IN" dirty="0">
                <a:latin typeface="Times New Roman" panose="02020603050405020304" pitchFamily="18" charset="0"/>
                <a:cs typeface="Times New Roman" panose="02020603050405020304" pitchFamily="18" charset="0"/>
              </a:rPr>
              <a:t>)</a:t>
            </a:r>
          </a:p>
          <a:p>
            <a:pPr marL="127000" indent="0">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Tools:	</a:t>
            </a:r>
          </a:p>
          <a:p>
            <a:pPr marL="127000" indent="0">
              <a:buNone/>
            </a:pP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Visual Studio Code, Git</a:t>
            </a:r>
            <a:endParaRPr lang="en-IN" b="1" dirty="0">
              <a:latin typeface="Times New Roman" panose="02020603050405020304" pitchFamily="18" charset="0"/>
              <a:cs typeface="Times New Roman" pitchFamily="18" charset="0"/>
            </a:endParaRPr>
          </a:p>
        </p:txBody>
      </p:sp>
      <p:sp>
        <p:nvSpPr>
          <p:cNvPr id="128" name="Google Shape;128;p18"/>
          <p:cNvSpPr/>
          <p:nvPr/>
        </p:nvSpPr>
        <p:spPr>
          <a:xfrm>
            <a:off x="2133600" y="533400"/>
            <a:ext cx="9057968" cy="990599"/>
          </a:xfrm>
          <a:prstGeom prst="rect">
            <a:avLst/>
          </a:prstGeom>
          <a:noFill/>
          <a:ln>
            <a:noFill/>
          </a:ln>
        </p:spPr>
        <p:txBody>
          <a:bodyPr spcFirstLastPara="1" wrap="square" lIns="91425" tIns="45700" rIns="91425" bIns="45700" anchor="t" anchorCtr="0">
            <a:noAutofit/>
          </a:bodyPr>
          <a:lstStyle/>
          <a:p>
            <a:pPr lvl="0" algn="ctr">
              <a:buSzPts val="4000"/>
            </a:pPr>
            <a:r>
              <a:rPr lang="en-US" altLang="en-US" sz="4000" b="1" dirty="0">
                <a:solidFill>
                  <a:srgbClr val="C00000"/>
                </a:solidFill>
                <a:latin typeface="Times New Roman" panose="02020603050405020304" pitchFamily="18" charset="0"/>
                <a:cs typeface="Times New Roman" panose="02020603050405020304" pitchFamily="18" charset="0"/>
              </a:rPr>
              <a:t>TECHNOLOGY STACK </a:t>
            </a:r>
            <a:endParaRPr lang="en-US" sz="4000" b="0" i="0" u="none" strike="noStrike" cap="none" dirty="0">
              <a:solidFill>
                <a:srgbClr val="C00000"/>
              </a:solidFill>
              <a:latin typeface="Times New Roman"/>
              <a:ea typeface="Times New Roman"/>
              <a:cs typeface="Times New Roman"/>
              <a:sym typeface="Times New Roman"/>
            </a:endParaRPr>
          </a:p>
        </p:txBody>
      </p:sp>
      <p:sp>
        <p:nvSpPr>
          <p:cNvPr id="130" name="Google Shape;130;p18"/>
          <p:cNvSpPr txBox="1"/>
          <p:nvPr/>
        </p:nvSpPr>
        <p:spPr>
          <a:xfrm>
            <a:off x="9525001" y="6381750"/>
            <a:ext cx="688975" cy="323850"/>
          </a:xfrm>
          <a:prstGeom prst="rect">
            <a:avLst/>
          </a:prstGeom>
          <a:noFill/>
          <a:ln>
            <a:noFill/>
          </a:ln>
        </p:spPr>
        <p:txBody>
          <a:bodyPr spcFirstLastPara="1" wrap="square" lIns="90000" tIns="46800" rIns="90000" bIns="46800" anchor="b" anchorCtr="0">
            <a:noAutofit/>
          </a:bodyPr>
          <a:lstStyle/>
          <a:p>
            <a:pPr marL="0" marR="0" lvl="0" indent="0" algn="ctr" rtl="0">
              <a:lnSpc>
                <a:spcPct val="100000"/>
              </a:lnSpc>
              <a:spcBef>
                <a:spcPts val="0"/>
              </a:spcBef>
              <a:spcAft>
                <a:spcPts val="0"/>
              </a:spcAft>
              <a:buClr>
                <a:srgbClr val="B5A788"/>
              </a:buClr>
              <a:buSzPts val="1400"/>
              <a:buFont typeface="Noto Sans Symbols"/>
              <a:buNone/>
            </a:pPr>
            <a:fld id="{00000000-1234-1234-1234-123412341234}" type="slidenum">
              <a:rPr lang="en-US" sz="1400" b="0" i="0" u="none" strike="noStrike" cap="none">
                <a:solidFill>
                  <a:srgbClr val="8898C3"/>
                </a:solidFill>
                <a:latin typeface="Times New Roman"/>
                <a:ea typeface="Times New Roman"/>
                <a:cs typeface="Times New Roman"/>
                <a:sym typeface="Times New Roman"/>
              </a:rPr>
              <a:pPr marL="0" marR="0" lvl="0" indent="0" algn="ctr" rtl="0">
                <a:lnSpc>
                  <a:spcPct val="100000"/>
                </a:lnSpc>
                <a:spcBef>
                  <a:spcPts val="0"/>
                </a:spcBef>
                <a:spcAft>
                  <a:spcPts val="0"/>
                </a:spcAft>
                <a:buClr>
                  <a:srgbClr val="B5A788"/>
                </a:buClr>
                <a:buSzPts val="1400"/>
                <a:buFont typeface="Noto Sans Symbols"/>
                <a:buNone/>
              </a:pPr>
              <a:t>6</a:t>
            </a:fld>
            <a:endParaRPr sz="1400" b="0" i="0" u="none" strike="noStrike" cap="none">
              <a:solidFill>
                <a:srgbClr val="8898C3"/>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4" name="Rounded Rectangle 3"/>
          <p:cNvSpPr/>
          <p:nvPr/>
        </p:nvSpPr>
        <p:spPr>
          <a:xfrm>
            <a:off x="1828800" y="1600200"/>
            <a:ext cx="3505200" cy="3937000"/>
          </a:xfrm>
          <a:prstGeom prst="roundRect">
            <a:avLst/>
          </a:prstGeom>
          <a:solidFill>
            <a:schemeClr val="accent6">
              <a:lumMod val="40000"/>
              <a:lumOff val="60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ounded Rectangle 9"/>
          <p:cNvSpPr/>
          <p:nvPr/>
        </p:nvSpPr>
        <p:spPr>
          <a:xfrm>
            <a:off x="7199084" y="1600200"/>
            <a:ext cx="3505200" cy="3937000"/>
          </a:xfrm>
          <a:prstGeom prst="roundRect">
            <a:avLst/>
          </a:prstGeom>
          <a:solidFill>
            <a:schemeClr val="accent6">
              <a:lumMod val="40000"/>
              <a:lumOff val="60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8" name="Google Shape;138;p19"/>
          <p:cNvSpPr/>
          <p:nvPr/>
        </p:nvSpPr>
        <p:spPr>
          <a:xfrm>
            <a:off x="3363686" y="457200"/>
            <a:ext cx="6248400" cy="70802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dirty="0">
                <a:solidFill>
                  <a:srgbClr val="C00000"/>
                </a:solidFill>
                <a:latin typeface="Times New Roman"/>
                <a:ea typeface="Times New Roman"/>
                <a:cs typeface="Times New Roman"/>
                <a:sym typeface="Times New Roman"/>
              </a:rPr>
              <a:t>LIST OF MODULES</a:t>
            </a:r>
            <a:endParaRPr lang="en-US" sz="4800" b="0" i="0" u="none" strike="noStrike" cap="none" dirty="0">
              <a:solidFill>
                <a:srgbClr val="C00000"/>
              </a:solidFill>
              <a:latin typeface="Times New Roman"/>
              <a:ea typeface="Times New Roman"/>
              <a:cs typeface="Times New Roman"/>
              <a:sym typeface="Times New Roman"/>
            </a:endParaRPr>
          </a:p>
        </p:txBody>
      </p:sp>
      <p:sp>
        <p:nvSpPr>
          <p:cNvPr id="140" name="Google Shape;140;p19"/>
          <p:cNvSpPr txBox="1"/>
          <p:nvPr/>
        </p:nvSpPr>
        <p:spPr>
          <a:xfrm>
            <a:off x="9525001" y="6381750"/>
            <a:ext cx="688975" cy="323850"/>
          </a:xfrm>
          <a:prstGeom prst="rect">
            <a:avLst/>
          </a:prstGeom>
          <a:noFill/>
          <a:ln>
            <a:noFill/>
          </a:ln>
        </p:spPr>
        <p:txBody>
          <a:bodyPr spcFirstLastPara="1" wrap="square" lIns="90000" tIns="46800" rIns="90000" bIns="46800" anchor="b" anchorCtr="0">
            <a:noAutofit/>
          </a:bodyPr>
          <a:lstStyle/>
          <a:p>
            <a:pPr marL="0" marR="0" lvl="0" indent="0" algn="ctr" rtl="0">
              <a:lnSpc>
                <a:spcPct val="100000"/>
              </a:lnSpc>
              <a:spcBef>
                <a:spcPts val="0"/>
              </a:spcBef>
              <a:spcAft>
                <a:spcPts val="0"/>
              </a:spcAft>
              <a:buClr>
                <a:srgbClr val="B5A788"/>
              </a:buClr>
              <a:buSzPts val="1400"/>
              <a:buFont typeface="Noto Sans Symbols"/>
              <a:buNone/>
            </a:pPr>
            <a:fld id="{00000000-1234-1234-1234-123412341234}" type="slidenum">
              <a:rPr lang="en-US" sz="1400" b="0" i="0" u="none" strike="noStrike" cap="none">
                <a:solidFill>
                  <a:srgbClr val="8898C3"/>
                </a:solidFill>
                <a:latin typeface="Times New Roman"/>
                <a:ea typeface="Times New Roman"/>
                <a:cs typeface="Times New Roman"/>
                <a:sym typeface="Times New Roman"/>
              </a:rPr>
              <a:pPr marL="0" marR="0" lvl="0" indent="0" algn="ctr" rtl="0">
                <a:lnSpc>
                  <a:spcPct val="100000"/>
                </a:lnSpc>
                <a:spcBef>
                  <a:spcPts val="0"/>
                </a:spcBef>
                <a:spcAft>
                  <a:spcPts val="0"/>
                </a:spcAft>
                <a:buClr>
                  <a:srgbClr val="B5A788"/>
                </a:buClr>
                <a:buSzPts val="1400"/>
                <a:buFont typeface="Noto Sans Symbols"/>
                <a:buNone/>
              </a:pPr>
              <a:t>7</a:t>
            </a:fld>
            <a:endParaRPr sz="1400" b="0" i="0" u="none" strike="noStrike" cap="none">
              <a:solidFill>
                <a:srgbClr val="8898C3"/>
              </a:solidFill>
              <a:latin typeface="Times New Roman"/>
              <a:ea typeface="Times New Roman"/>
              <a:cs typeface="Times New Roman"/>
              <a:sym typeface="Times New Roman"/>
            </a:endParaRPr>
          </a:p>
        </p:txBody>
      </p:sp>
      <p:sp>
        <p:nvSpPr>
          <p:cNvPr id="141" name="Google Shape;141;p19"/>
          <p:cNvSpPr txBox="1"/>
          <p:nvPr/>
        </p:nvSpPr>
        <p:spPr>
          <a:xfrm>
            <a:off x="5791200" y="6381750"/>
            <a:ext cx="2057400" cy="323850"/>
          </a:xfrm>
          <a:prstGeom prst="rect">
            <a:avLst/>
          </a:prstGeom>
          <a:noFill/>
          <a:ln>
            <a:noFill/>
          </a:ln>
        </p:spPr>
        <p:txBody>
          <a:bodyPr spcFirstLastPara="1" wrap="square" lIns="90000" tIns="46800" rIns="90000" bIns="46800" anchor="b"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C8DA90"/>
              </a:solidFill>
              <a:latin typeface="Times New Roman"/>
              <a:ea typeface="Times New Roman"/>
              <a:cs typeface="Times New Roman"/>
              <a:sym typeface="Times New Roman"/>
            </a:endParaRPr>
          </a:p>
        </p:txBody>
      </p:sp>
      <p:sp>
        <p:nvSpPr>
          <p:cNvPr id="24" name="Text Placeholder 23">
            <a:extLst>
              <a:ext uri="{FF2B5EF4-FFF2-40B4-BE49-F238E27FC236}">
                <a16:creationId xmlns:a16="http://schemas.microsoft.com/office/drawing/2014/main" id="{8806D1DE-885F-9962-90A6-56EE9A675A51}"/>
              </a:ext>
            </a:extLst>
          </p:cNvPr>
          <p:cNvSpPr>
            <a:spLocks noGrp="1" noChangeArrowheads="1"/>
          </p:cNvSpPr>
          <p:nvPr>
            <p:ph type="body" idx="4294967295"/>
          </p:nvPr>
        </p:nvSpPr>
        <p:spPr bwMode="auto">
          <a:xfrm>
            <a:off x="1828800" y="1505396"/>
            <a:ext cx="3429000"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lang="en-US" altLang="en-US" sz="1600" b="1" dirty="0">
              <a:solidFill>
                <a:srgbClr val="7030A0"/>
              </a:solidFill>
              <a:latin typeface="Times New Roman" panose="02020603050405020304" pitchFamily="18" charset="0"/>
              <a:cs typeface="Times New Roman" panose="02020603050405020304" pitchFamily="18" charset="0"/>
            </a:endParaRPr>
          </a:p>
          <a:p>
            <a:pPr>
              <a:buNone/>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a:buNone/>
            </a:pPr>
            <a:r>
              <a:rPr lang="en-US" altLang="en-US" sz="1600" b="1" dirty="0">
                <a:solidFill>
                  <a:schemeClr val="tx1"/>
                </a:solidFill>
                <a:latin typeface="Times New Roman" panose="02020603050405020304" pitchFamily="18" charset="0"/>
                <a:cs typeface="Times New Roman" panose="02020603050405020304" pitchFamily="18" charset="0"/>
              </a:rPr>
              <a:t>		</a:t>
            </a:r>
            <a:r>
              <a:rPr lang="en-US" altLang="en-US" sz="2400" b="1" dirty="0">
                <a:solidFill>
                  <a:srgbClr val="7030A0"/>
                </a:solidFill>
                <a:latin typeface="Times New Roman" panose="02020603050405020304" pitchFamily="18" charset="0"/>
                <a:cs typeface="Times New Roman" panose="02020603050405020304" pitchFamily="18" charset="0"/>
              </a:rPr>
              <a:t> Admin</a:t>
            </a:r>
          </a:p>
          <a:p>
            <a:pPr>
              <a:buNone/>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r>
              <a:rPr lang="en-IN" sz="1800" dirty="0"/>
              <a:t>Product </a:t>
            </a:r>
            <a:r>
              <a:rPr lang="en-IN" sz="1800" dirty="0" err="1"/>
              <a:t>Catalog</a:t>
            </a:r>
            <a:r>
              <a:rPr lang="en-IN" sz="1800" dirty="0"/>
              <a:t> Management</a:t>
            </a:r>
          </a:p>
          <a:p>
            <a:r>
              <a:rPr lang="en-IN" sz="1800" dirty="0"/>
              <a:t>Buyer Inquiry Management</a:t>
            </a:r>
          </a:p>
          <a:p>
            <a:r>
              <a:rPr lang="en-IN" sz="1800" dirty="0"/>
              <a:t>Sample Request &amp; Tracking Management</a:t>
            </a:r>
          </a:p>
          <a:p>
            <a:r>
              <a:rPr lang="en-IN" sz="1800" dirty="0"/>
              <a:t>Admin Authentication &amp; Dashboard</a:t>
            </a:r>
          </a:p>
          <a:p>
            <a:pPr marL="584200" indent="-457200">
              <a:buAutoNum type="arabicPeriod"/>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TextBox 1"/>
          <p:cNvSpPr txBox="1"/>
          <p:nvPr/>
        </p:nvSpPr>
        <p:spPr>
          <a:xfrm>
            <a:off x="7431313" y="2197606"/>
            <a:ext cx="3160487" cy="3046988"/>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  </a:t>
            </a:r>
            <a:r>
              <a:rPr lang="en-US" sz="2400" b="1" dirty="0">
                <a:solidFill>
                  <a:srgbClr val="7030A0"/>
                </a:solidFill>
                <a:latin typeface="Times New Roman" panose="02020603050405020304" pitchFamily="18" charset="0"/>
                <a:cs typeface="Times New Roman" panose="02020603050405020304" pitchFamily="18" charset="0"/>
              </a:rPr>
              <a:t>User</a:t>
            </a:r>
          </a:p>
          <a:p>
            <a:endParaRPr lang="en-US" sz="2400" b="1" dirty="0">
              <a:solidFill>
                <a:srgbClr val="7030A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Product browsing module</a:t>
            </a:r>
          </a:p>
          <a:p>
            <a:pPr marL="28575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Buyer Pre-Qualification &amp; Inquiry Submission</a:t>
            </a:r>
          </a:p>
          <a:p>
            <a:pPr marL="28575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Sample Request Module</a:t>
            </a:r>
          </a:p>
          <a:p>
            <a:pPr marL="28575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Sample Status Tracking</a:t>
            </a:r>
          </a:p>
          <a:p>
            <a:pPr marL="285750" indent="-285750">
              <a:buFont typeface="Wingdings" panose="05000000000000000000" pitchFamily="2" charset="2"/>
              <a:buChar char="Ø"/>
            </a:pPr>
            <a:r>
              <a:rPr lang="en-IN" sz="1800" dirty="0"/>
              <a:t> </a:t>
            </a:r>
            <a:r>
              <a:rPr lang="en-IN" sz="1800" dirty="0">
                <a:latin typeface="Times New Roman" panose="02020603050405020304" pitchFamily="18" charset="0"/>
                <a:cs typeface="Times New Roman" panose="02020603050405020304" pitchFamily="18" charset="0"/>
              </a:rPr>
              <a:t>Contact &amp; Location Access (Map Integration)</a:t>
            </a:r>
          </a:p>
          <a:p>
            <a:endParaRPr lang="en-US" sz="1800" dirty="0">
              <a:latin typeface="Times New Roman" panose="02020603050405020304" pitchFamily="18" charset="0"/>
              <a:cs typeface="Times New Roman" panose="02020603050405020304" pitchFamily="18" charset="0"/>
            </a:endParaRPr>
          </a:p>
        </p:txBody>
      </p:sp>
      <p:sp>
        <p:nvSpPr>
          <p:cNvPr id="3" name="Rectangle 2"/>
          <p:cNvSpPr/>
          <p:nvPr/>
        </p:nvSpPr>
        <p:spPr>
          <a:xfrm>
            <a:off x="6190342" y="1625600"/>
            <a:ext cx="76200" cy="41910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95411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8" name="Google Shape;138;p19"/>
          <p:cNvSpPr/>
          <p:nvPr/>
        </p:nvSpPr>
        <p:spPr>
          <a:xfrm>
            <a:off x="3657600" y="457200"/>
            <a:ext cx="6248400" cy="70802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dirty="0">
                <a:solidFill>
                  <a:srgbClr val="C00000"/>
                </a:solidFill>
                <a:latin typeface="Times New Roman"/>
                <a:ea typeface="Times New Roman"/>
                <a:cs typeface="Times New Roman"/>
                <a:sym typeface="Times New Roman"/>
              </a:rPr>
              <a:t>MODULE DESCRIPTION</a:t>
            </a:r>
            <a:endParaRPr lang="en-US" sz="4800" b="0" i="0" u="none" strike="noStrike" cap="none" dirty="0">
              <a:solidFill>
                <a:srgbClr val="C00000"/>
              </a:solidFill>
              <a:latin typeface="Times New Roman"/>
              <a:ea typeface="Times New Roman"/>
              <a:cs typeface="Times New Roman"/>
              <a:sym typeface="Times New Roman"/>
            </a:endParaRPr>
          </a:p>
        </p:txBody>
      </p:sp>
      <p:sp>
        <p:nvSpPr>
          <p:cNvPr id="140" name="Google Shape;140;p19"/>
          <p:cNvSpPr txBox="1"/>
          <p:nvPr/>
        </p:nvSpPr>
        <p:spPr>
          <a:xfrm>
            <a:off x="9525001" y="6381750"/>
            <a:ext cx="688975" cy="323850"/>
          </a:xfrm>
          <a:prstGeom prst="rect">
            <a:avLst/>
          </a:prstGeom>
          <a:noFill/>
          <a:ln>
            <a:noFill/>
          </a:ln>
        </p:spPr>
        <p:txBody>
          <a:bodyPr spcFirstLastPara="1" wrap="square" lIns="90000" tIns="46800" rIns="90000" bIns="46800" anchor="b" anchorCtr="0">
            <a:noAutofit/>
          </a:bodyPr>
          <a:lstStyle/>
          <a:p>
            <a:pPr marL="0" marR="0" lvl="0" indent="0" algn="ctr" rtl="0">
              <a:lnSpc>
                <a:spcPct val="100000"/>
              </a:lnSpc>
              <a:spcBef>
                <a:spcPts val="0"/>
              </a:spcBef>
              <a:spcAft>
                <a:spcPts val="0"/>
              </a:spcAft>
              <a:buClr>
                <a:srgbClr val="B5A788"/>
              </a:buClr>
              <a:buSzPts val="1400"/>
              <a:buFont typeface="Noto Sans Symbols"/>
              <a:buNone/>
            </a:pPr>
            <a:fld id="{00000000-1234-1234-1234-123412341234}" type="slidenum">
              <a:rPr lang="en-US" sz="1400" b="0" i="0" u="none" strike="noStrike" cap="none">
                <a:solidFill>
                  <a:srgbClr val="8898C3"/>
                </a:solidFill>
                <a:latin typeface="Times New Roman"/>
                <a:ea typeface="Times New Roman"/>
                <a:cs typeface="Times New Roman"/>
                <a:sym typeface="Times New Roman"/>
              </a:rPr>
              <a:pPr marL="0" marR="0" lvl="0" indent="0" algn="ctr" rtl="0">
                <a:lnSpc>
                  <a:spcPct val="100000"/>
                </a:lnSpc>
                <a:spcBef>
                  <a:spcPts val="0"/>
                </a:spcBef>
                <a:spcAft>
                  <a:spcPts val="0"/>
                </a:spcAft>
                <a:buClr>
                  <a:srgbClr val="B5A788"/>
                </a:buClr>
                <a:buSzPts val="1400"/>
                <a:buFont typeface="Noto Sans Symbols"/>
                <a:buNone/>
              </a:pPr>
              <a:t>8</a:t>
            </a:fld>
            <a:endParaRPr sz="1400" b="0" i="0" u="none" strike="noStrike" cap="none">
              <a:solidFill>
                <a:srgbClr val="8898C3"/>
              </a:solidFill>
              <a:latin typeface="Times New Roman"/>
              <a:ea typeface="Times New Roman"/>
              <a:cs typeface="Times New Roman"/>
              <a:sym typeface="Times New Roman"/>
            </a:endParaRPr>
          </a:p>
        </p:txBody>
      </p:sp>
      <p:sp>
        <p:nvSpPr>
          <p:cNvPr id="141" name="Google Shape;141;p19"/>
          <p:cNvSpPr txBox="1"/>
          <p:nvPr/>
        </p:nvSpPr>
        <p:spPr>
          <a:xfrm>
            <a:off x="5791200" y="6381750"/>
            <a:ext cx="2057400" cy="323850"/>
          </a:xfrm>
          <a:prstGeom prst="rect">
            <a:avLst/>
          </a:prstGeom>
          <a:noFill/>
          <a:ln>
            <a:noFill/>
          </a:ln>
        </p:spPr>
        <p:txBody>
          <a:bodyPr spcFirstLastPara="1" wrap="square" lIns="90000" tIns="46800" rIns="90000" bIns="46800" anchor="b"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C8DA90"/>
              </a:solidFill>
              <a:latin typeface="Times New Roman"/>
              <a:ea typeface="Times New Roman"/>
              <a:cs typeface="Times New Roman"/>
              <a:sym typeface="Times New Roman"/>
            </a:endParaRPr>
          </a:p>
        </p:txBody>
      </p:sp>
      <p:sp>
        <p:nvSpPr>
          <p:cNvPr id="24" name="Text Placeholder 23">
            <a:extLst>
              <a:ext uri="{FF2B5EF4-FFF2-40B4-BE49-F238E27FC236}">
                <a16:creationId xmlns:a16="http://schemas.microsoft.com/office/drawing/2014/main" id="{8806D1DE-885F-9962-90A6-56EE9A675A51}"/>
              </a:ext>
            </a:extLst>
          </p:cNvPr>
          <p:cNvSpPr>
            <a:spLocks noGrp="1" noChangeArrowheads="1"/>
          </p:cNvSpPr>
          <p:nvPr>
            <p:ph type="body" idx="4294967295"/>
          </p:nvPr>
        </p:nvSpPr>
        <p:spPr bwMode="auto">
          <a:xfrm>
            <a:off x="1676400" y="2224207"/>
            <a:ext cx="944880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b="1" dirty="0">
                <a:solidFill>
                  <a:srgbClr val="C00000"/>
                </a:solidFill>
                <a:latin typeface="Times New Roman" panose="02020603050405020304" pitchFamily="18" charset="0"/>
                <a:cs typeface="Times New Roman" panose="02020603050405020304" pitchFamily="18" charset="0"/>
              </a:rPr>
              <a:t>USER MODULE</a:t>
            </a:r>
          </a:p>
          <a:p>
            <a:pPr>
              <a:buNone/>
            </a:pPr>
            <a:endParaRPr lang="en-US" b="1" dirty="0">
              <a:solidFill>
                <a:srgbClr val="FF0000"/>
              </a:solidFill>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Product Browsing</a:t>
            </a:r>
            <a:endParaRPr lang="en-US" dirty="0">
              <a:latin typeface="Times New Roman" panose="02020603050405020304" pitchFamily="18" charset="0"/>
              <a:cs typeface="Times New Roman" panose="02020603050405020304" pitchFamily="18" charset="0"/>
            </a:endParaRPr>
          </a:p>
          <a:p>
            <a:pPr marL="127000" indent="0">
              <a:buNone/>
            </a:pPr>
            <a:r>
              <a:rPr lang="en-US" dirty="0">
                <a:latin typeface="Times New Roman" panose="02020603050405020304" pitchFamily="18" charset="0"/>
                <a:cs typeface="Times New Roman" panose="02020603050405020304" pitchFamily="18" charset="0"/>
              </a:rPr>
              <a:t>	View garment products by category with basic specifications.</a:t>
            </a:r>
          </a:p>
          <a:p>
            <a:r>
              <a:rPr lang="en-US" b="1" dirty="0">
                <a:latin typeface="Times New Roman" panose="02020603050405020304" pitchFamily="18" charset="0"/>
                <a:cs typeface="Times New Roman" panose="02020603050405020304" pitchFamily="18" charset="0"/>
              </a:rPr>
              <a:t>Buyer Inquiry &amp; Pre-Qualification</a:t>
            </a:r>
            <a:endParaRPr lang="en-US" dirty="0">
              <a:latin typeface="Times New Roman" panose="02020603050405020304" pitchFamily="18" charset="0"/>
              <a:cs typeface="Times New Roman" panose="02020603050405020304" pitchFamily="18" charset="0"/>
            </a:endParaRPr>
          </a:p>
          <a:p>
            <a:pPr marL="127000" indent="0">
              <a:buNone/>
            </a:pPr>
            <a:r>
              <a:rPr lang="en-US" dirty="0">
                <a:latin typeface="Times New Roman" panose="02020603050405020304" pitchFamily="18" charset="0"/>
                <a:cs typeface="Times New Roman" panose="02020603050405020304" pitchFamily="18" charset="0"/>
              </a:rPr>
              <a:t>	Submit structured export inquiries with company details.</a:t>
            </a:r>
          </a:p>
          <a:p>
            <a:r>
              <a:rPr lang="en-US" b="1" dirty="0">
                <a:latin typeface="Times New Roman" panose="02020603050405020304" pitchFamily="18" charset="0"/>
                <a:cs typeface="Times New Roman" panose="02020603050405020304" pitchFamily="18" charset="0"/>
              </a:rPr>
              <a:t>Contact &amp; Location Access</a:t>
            </a:r>
            <a:endParaRPr lang="en-US" dirty="0">
              <a:latin typeface="Times New Roman" panose="02020603050405020304" pitchFamily="18" charset="0"/>
              <a:cs typeface="Times New Roman" panose="02020603050405020304" pitchFamily="18" charset="0"/>
            </a:endParaRPr>
          </a:p>
          <a:p>
            <a:pPr marL="127000" indent="0">
              <a:buNone/>
            </a:pPr>
            <a:r>
              <a:rPr lang="en-US" dirty="0">
                <a:latin typeface="Times New Roman" panose="02020603050405020304" pitchFamily="18" charset="0"/>
                <a:cs typeface="Times New Roman" panose="02020603050405020304" pitchFamily="18" charset="0"/>
              </a:rPr>
              <a:t>	View company contact details and location using map integration.</a:t>
            </a:r>
          </a:p>
          <a:p>
            <a:pPr>
              <a:buNone/>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8" name="Google Shape;138;p19"/>
          <p:cNvSpPr/>
          <p:nvPr/>
        </p:nvSpPr>
        <p:spPr>
          <a:xfrm>
            <a:off x="3657600" y="457200"/>
            <a:ext cx="6248400" cy="70802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dirty="0">
                <a:solidFill>
                  <a:srgbClr val="C00000"/>
                </a:solidFill>
                <a:latin typeface="Times New Roman"/>
                <a:ea typeface="Times New Roman"/>
                <a:cs typeface="Times New Roman"/>
                <a:sym typeface="Times New Roman"/>
              </a:rPr>
              <a:t>MODULE DESCRIPTION</a:t>
            </a:r>
            <a:endParaRPr lang="en-US" sz="4800" b="0" i="0" u="none" strike="noStrike" cap="none" dirty="0">
              <a:solidFill>
                <a:srgbClr val="C00000"/>
              </a:solidFill>
              <a:latin typeface="Times New Roman"/>
              <a:ea typeface="Times New Roman"/>
              <a:cs typeface="Times New Roman"/>
              <a:sym typeface="Times New Roman"/>
            </a:endParaRPr>
          </a:p>
        </p:txBody>
      </p:sp>
      <p:sp>
        <p:nvSpPr>
          <p:cNvPr id="140" name="Google Shape;140;p19"/>
          <p:cNvSpPr txBox="1"/>
          <p:nvPr/>
        </p:nvSpPr>
        <p:spPr>
          <a:xfrm>
            <a:off x="9525001" y="6381750"/>
            <a:ext cx="688975" cy="323850"/>
          </a:xfrm>
          <a:prstGeom prst="rect">
            <a:avLst/>
          </a:prstGeom>
          <a:noFill/>
          <a:ln>
            <a:noFill/>
          </a:ln>
        </p:spPr>
        <p:txBody>
          <a:bodyPr spcFirstLastPara="1" wrap="square" lIns="90000" tIns="46800" rIns="90000" bIns="46800" anchor="b" anchorCtr="0">
            <a:noAutofit/>
          </a:bodyPr>
          <a:lstStyle/>
          <a:p>
            <a:pPr marL="0" marR="0" lvl="0" indent="0" algn="ctr" rtl="0">
              <a:lnSpc>
                <a:spcPct val="100000"/>
              </a:lnSpc>
              <a:spcBef>
                <a:spcPts val="0"/>
              </a:spcBef>
              <a:spcAft>
                <a:spcPts val="0"/>
              </a:spcAft>
              <a:buClr>
                <a:srgbClr val="B5A788"/>
              </a:buClr>
              <a:buSzPts val="1400"/>
              <a:buFont typeface="Noto Sans Symbols"/>
              <a:buNone/>
            </a:pPr>
            <a:fld id="{00000000-1234-1234-1234-123412341234}" type="slidenum">
              <a:rPr lang="en-US" sz="1400" b="0" i="0" u="none" strike="noStrike" cap="none">
                <a:solidFill>
                  <a:srgbClr val="8898C3"/>
                </a:solidFill>
                <a:latin typeface="Times New Roman"/>
                <a:ea typeface="Times New Roman"/>
                <a:cs typeface="Times New Roman"/>
                <a:sym typeface="Times New Roman"/>
              </a:rPr>
              <a:pPr marL="0" marR="0" lvl="0" indent="0" algn="ctr" rtl="0">
                <a:lnSpc>
                  <a:spcPct val="100000"/>
                </a:lnSpc>
                <a:spcBef>
                  <a:spcPts val="0"/>
                </a:spcBef>
                <a:spcAft>
                  <a:spcPts val="0"/>
                </a:spcAft>
                <a:buClr>
                  <a:srgbClr val="B5A788"/>
                </a:buClr>
                <a:buSzPts val="1400"/>
                <a:buFont typeface="Noto Sans Symbols"/>
                <a:buNone/>
              </a:pPr>
              <a:t>9</a:t>
            </a:fld>
            <a:endParaRPr sz="1400" b="0" i="0" u="none" strike="noStrike" cap="none">
              <a:solidFill>
                <a:srgbClr val="8898C3"/>
              </a:solidFill>
              <a:latin typeface="Times New Roman"/>
              <a:ea typeface="Times New Roman"/>
              <a:cs typeface="Times New Roman"/>
              <a:sym typeface="Times New Roman"/>
            </a:endParaRPr>
          </a:p>
        </p:txBody>
      </p:sp>
      <p:sp>
        <p:nvSpPr>
          <p:cNvPr id="141" name="Google Shape;141;p19"/>
          <p:cNvSpPr txBox="1"/>
          <p:nvPr/>
        </p:nvSpPr>
        <p:spPr>
          <a:xfrm>
            <a:off x="5791200" y="6381750"/>
            <a:ext cx="2057400" cy="323850"/>
          </a:xfrm>
          <a:prstGeom prst="rect">
            <a:avLst/>
          </a:prstGeom>
          <a:noFill/>
          <a:ln>
            <a:noFill/>
          </a:ln>
        </p:spPr>
        <p:txBody>
          <a:bodyPr spcFirstLastPara="1" wrap="square" lIns="90000" tIns="46800" rIns="90000" bIns="46800" anchor="b"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C8DA90"/>
              </a:solidFill>
              <a:latin typeface="Times New Roman"/>
              <a:ea typeface="Times New Roman"/>
              <a:cs typeface="Times New Roman"/>
              <a:sym typeface="Times New Roman"/>
            </a:endParaRPr>
          </a:p>
        </p:txBody>
      </p:sp>
      <p:sp>
        <p:nvSpPr>
          <p:cNvPr id="24" name="Text Placeholder 23">
            <a:extLst>
              <a:ext uri="{FF2B5EF4-FFF2-40B4-BE49-F238E27FC236}">
                <a16:creationId xmlns:a16="http://schemas.microsoft.com/office/drawing/2014/main" id="{8806D1DE-885F-9962-90A6-56EE9A675A51}"/>
              </a:ext>
            </a:extLst>
          </p:cNvPr>
          <p:cNvSpPr>
            <a:spLocks noGrp="1" noChangeArrowheads="1"/>
          </p:cNvSpPr>
          <p:nvPr>
            <p:ph type="body" idx="4294967295"/>
          </p:nvPr>
        </p:nvSpPr>
        <p:spPr bwMode="auto">
          <a:xfrm>
            <a:off x="2667000" y="1981200"/>
            <a:ext cx="9304628"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endParaRPr lang="en-US" dirty="0">
              <a:latin typeface="Times New Roman" panose="02020603050405020304" pitchFamily="18" charset="0"/>
              <a:cs typeface="Times New Roman" panose="02020603050405020304" pitchFamily="18" charset="0"/>
            </a:endParaRPr>
          </a:p>
          <a:p>
            <a:pPr>
              <a:buNone/>
            </a:pPr>
            <a:r>
              <a:rPr lang="en-US" b="1" dirty="0">
                <a:solidFill>
                  <a:srgbClr val="C00000"/>
                </a:solidFill>
                <a:latin typeface="Times New Roman" panose="02020603050405020304" pitchFamily="18" charset="0"/>
                <a:cs typeface="Times New Roman" panose="02020603050405020304" pitchFamily="18" charset="0"/>
              </a:rPr>
              <a:t>ADMIN MODULE</a:t>
            </a:r>
          </a:p>
          <a:p>
            <a:pPr>
              <a:buNone/>
            </a:pPr>
            <a:endParaRPr lang="en-US" b="1" dirty="0">
              <a:solidFill>
                <a:srgbClr val="FF0000"/>
              </a:solidFill>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Admin Authentication &amp; Dashboard</a:t>
            </a:r>
            <a:endParaRPr lang="en-US" dirty="0">
              <a:latin typeface="Times New Roman" panose="02020603050405020304" pitchFamily="18" charset="0"/>
              <a:cs typeface="Times New Roman" panose="02020603050405020304" pitchFamily="18" charset="0"/>
            </a:endParaRPr>
          </a:p>
          <a:p>
            <a:pPr marL="127000" indent="0">
              <a:buNone/>
            </a:pPr>
            <a:r>
              <a:rPr lang="en-US" dirty="0">
                <a:latin typeface="Times New Roman" panose="02020603050405020304" pitchFamily="18" charset="0"/>
                <a:cs typeface="Times New Roman" panose="02020603050405020304" pitchFamily="18" charset="0"/>
              </a:rPr>
              <a:t>	Secure login and overview of inquiries and requests.</a:t>
            </a:r>
          </a:p>
          <a:p>
            <a:r>
              <a:rPr lang="en-US" b="1" dirty="0">
                <a:latin typeface="Times New Roman" panose="02020603050405020304" pitchFamily="18" charset="0"/>
                <a:cs typeface="Times New Roman" panose="02020603050405020304" pitchFamily="18" charset="0"/>
              </a:rPr>
              <a:t>Product Catalog Management</a:t>
            </a:r>
            <a:endParaRPr lang="en-US" dirty="0">
              <a:latin typeface="Times New Roman" panose="02020603050405020304" pitchFamily="18" charset="0"/>
              <a:cs typeface="Times New Roman" panose="02020603050405020304" pitchFamily="18" charset="0"/>
            </a:endParaRPr>
          </a:p>
          <a:p>
            <a:pPr marL="127000" indent="0">
              <a:buNone/>
            </a:pPr>
            <a:r>
              <a:rPr lang="en-US" dirty="0">
                <a:latin typeface="Times New Roman" panose="02020603050405020304" pitchFamily="18" charset="0"/>
                <a:cs typeface="Times New Roman" panose="02020603050405020304" pitchFamily="18" charset="0"/>
              </a:rPr>
              <a:t>	Add, update, and manage garment product listings.</a:t>
            </a:r>
          </a:p>
          <a:p>
            <a:r>
              <a:rPr lang="en-US" b="1" dirty="0">
                <a:latin typeface="Times New Roman" panose="02020603050405020304" pitchFamily="18" charset="0"/>
                <a:cs typeface="Times New Roman" panose="02020603050405020304" pitchFamily="18" charset="0"/>
              </a:rPr>
              <a:t>Buyer Inquiry Management</a:t>
            </a:r>
            <a:endParaRPr lang="en-US" dirty="0">
              <a:latin typeface="Times New Roman" panose="02020603050405020304" pitchFamily="18" charset="0"/>
              <a:cs typeface="Times New Roman" panose="02020603050405020304" pitchFamily="18" charset="0"/>
            </a:endParaRPr>
          </a:p>
          <a:p>
            <a:pPr marL="127000" indent="0">
              <a:buNone/>
            </a:pPr>
            <a:r>
              <a:rPr lang="en-US" dirty="0">
                <a:latin typeface="Times New Roman" panose="02020603050405020304" pitchFamily="18" charset="0"/>
                <a:cs typeface="Times New Roman" panose="02020603050405020304" pitchFamily="18" charset="0"/>
              </a:rPr>
              <a:t>	Review and respond to qualified buyer inquiries.</a:t>
            </a:r>
          </a:p>
        </p:txBody>
      </p:sp>
    </p:spTree>
    <p:extLst>
      <p:ext uri="{BB962C8B-B14F-4D97-AF65-F5344CB8AC3E}">
        <p14:creationId xmlns:p14="http://schemas.microsoft.com/office/powerpoint/2010/main" val="390876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5" name="Google Shape;146;p20"/>
          <p:cNvSpPr txBox="1"/>
          <p:nvPr/>
        </p:nvSpPr>
        <p:spPr>
          <a:xfrm>
            <a:off x="4633451" y="228600"/>
            <a:ext cx="2925097" cy="523180"/>
          </a:xfrm>
          <a:prstGeom prst="rect">
            <a:avLst/>
          </a:prstGeom>
          <a:noFill/>
          <a:ln>
            <a:noFill/>
          </a:ln>
        </p:spPr>
        <p:txBody>
          <a:bodyPr spcFirstLastPara="1" wrap="square" lIns="91425" tIns="45700" rIns="91425" bIns="45700" anchor="t" anchorCtr="0">
            <a:spAutoFit/>
          </a:bodyPr>
          <a:lstStyle/>
          <a:p>
            <a:pPr lvl="0" algn="ctr">
              <a:buSzPts val="4000"/>
            </a:pPr>
            <a:r>
              <a:rPr lang="en-US" sz="2800" b="1" dirty="0">
                <a:solidFill>
                  <a:srgbClr val="C00000"/>
                </a:solidFill>
                <a:latin typeface="Times New Roman"/>
                <a:ea typeface="Times New Roman"/>
                <a:cs typeface="Times New Roman"/>
                <a:sym typeface="Times New Roman"/>
              </a:rPr>
              <a:t> </a:t>
            </a:r>
            <a:r>
              <a:rPr lang="en-US" sz="2000" b="1" dirty="0">
                <a:solidFill>
                  <a:srgbClr val="C00000"/>
                </a:solidFill>
                <a:latin typeface="Times New Roman"/>
                <a:ea typeface="Times New Roman"/>
                <a:cs typeface="Times New Roman"/>
                <a:sym typeface="Times New Roman"/>
              </a:rPr>
              <a:t>USECASE DIAGRAM</a:t>
            </a:r>
            <a:endParaRPr lang="en-US" sz="3600" dirty="0">
              <a:solidFill>
                <a:srgbClr val="C00000"/>
              </a:solidFill>
              <a:latin typeface="Times New Roman"/>
              <a:ea typeface="Times New Roman"/>
              <a:cs typeface="Times New Roman"/>
              <a:sym typeface="Times New Roman"/>
            </a:endParaRPr>
          </a:p>
        </p:txBody>
      </p:sp>
      <p:pic>
        <p:nvPicPr>
          <p:cNvPr id="3" name="Picture 2" descr="A diagram of a product&#10;&#10;AI-generated content may be incorrect.">
            <a:extLst>
              <a:ext uri="{FF2B5EF4-FFF2-40B4-BE49-F238E27FC236}">
                <a16:creationId xmlns:a16="http://schemas.microsoft.com/office/drawing/2014/main" id="{7F005A14-5437-AC1F-99EE-0EE3F7B832A5}"/>
              </a:ext>
            </a:extLst>
          </p:cNvPr>
          <p:cNvPicPr>
            <a:picLocks noChangeAspect="1"/>
          </p:cNvPicPr>
          <p:nvPr/>
        </p:nvPicPr>
        <p:blipFill>
          <a:blip r:embed="rId3"/>
          <a:stretch>
            <a:fillRect/>
          </a:stretch>
        </p:blipFill>
        <p:spPr>
          <a:xfrm>
            <a:off x="2133600" y="1066800"/>
            <a:ext cx="8292127" cy="503802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9D5BC5-FF4C-CB04-CDB3-2FED29B74E6B}"/>
              </a:ext>
            </a:extLst>
          </p:cNvPr>
          <p:cNvSpPr txBox="1"/>
          <p:nvPr/>
        </p:nvSpPr>
        <p:spPr>
          <a:xfrm rot="10800000" flipV="1">
            <a:off x="3276600" y="197823"/>
            <a:ext cx="5412396" cy="461665"/>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4000"/>
              <a:buFont typeface="Arial"/>
              <a:buNone/>
            </a:pPr>
            <a:r>
              <a:rPr lang="en-US" sz="2400" b="1" i="0" u="none" strike="noStrike" cap="none" dirty="0">
                <a:solidFill>
                  <a:srgbClr val="C00000"/>
                </a:solidFill>
                <a:latin typeface="Times New Roman"/>
                <a:ea typeface="Times New Roman"/>
                <a:cs typeface="Times New Roman"/>
                <a:sym typeface="Times New Roman"/>
              </a:rPr>
              <a:t>OUTPUT</a:t>
            </a:r>
          </a:p>
        </p:txBody>
      </p:sp>
      <p:pic>
        <p:nvPicPr>
          <p:cNvPr id="9" name="Picture 8" descr="A screenshot of a website&#10;&#10;AI-generated content may be incorrect.">
            <a:extLst>
              <a:ext uri="{FF2B5EF4-FFF2-40B4-BE49-F238E27FC236}">
                <a16:creationId xmlns:a16="http://schemas.microsoft.com/office/drawing/2014/main" id="{ED1E0870-22C5-12EB-BF95-8952C8AA82F6}"/>
              </a:ext>
            </a:extLst>
          </p:cNvPr>
          <p:cNvPicPr>
            <a:picLocks noChangeAspect="1"/>
          </p:cNvPicPr>
          <p:nvPr/>
        </p:nvPicPr>
        <p:blipFill>
          <a:blip r:embed="rId2"/>
          <a:stretch>
            <a:fillRect/>
          </a:stretch>
        </p:blipFill>
        <p:spPr>
          <a:xfrm>
            <a:off x="2209800" y="685800"/>
            <a:ext cx="8839200" cy="5721362"/>
          </a:xfrm>
          <a:prstGeom prst="rect">
            <a:avLst/>
          </a:prstGeom>
        </p:spPr>
      </p:pic>
    </p:spTree>
    <p:extLst>
      <p:ext uri="{BB962C8B-B14F-4D97-AF65-F5344CB8AC3E}">
        <p14:creationId xmlns:p14="http://schemas.microsoft.com/office/powerpoint/2010/main" val="2330184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661D0CB7-3FBA-8883-FA11-F0C2EF1293C3}"/>
              </a:ext>
            </a:extLst>
          </p:cNvPr>
          <p:cNvPicPr>
            <a:picLocks noChangeAspect="1"/>
          </p:cNvPicPr>
          <p:nvPr/>
        </p:nvPicPr>
        <p:blipFill>
          <a:blip r:embed="rId2"/>
          <a:stretch>
            <a:fillRect/>
          </a:stretch>
        </p:blipFill>
        <p:spPr>
          <a:xfrm>
            <a:off x="1381052" y="685800"/>
            <a:ext cx="4688054" cy="502920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B9B28948-94EA-D64F-0311-F8471AA4EB59}"/>
              </a:ext>
            </a:extLst>
          </p:cNvPr>
          <p:cNvPicPr>
            <a:picLocks noChangeAspect="1"/>
          </p:cNvPicPr>
          <p:nvPr/>
        </p:nvPicPr>
        <p:blipFill>
          <a:blip r:embed="rId3"/>
          <a:stretch>
            <a:fillRect/>
          </a:stretch>
        </p:blipFill>
        <p:spPr>
          <a:xfrm>
            <a:off x="6705600" y="809654"/>
            <a:ext cx="4666356" cy="4905345"/>
          </a:xfrm>
          <a:prstGeom prst="rect">
            <a:avLst/>
          </a:prstGeom>
        </p:spPr>
      </p:pic>
    </p:spTree>
    <p:extLst>
      <p:ext uri="{BB962C8B-B14F-4D97-AF65-F5344CB8AC3E}">
        <p14:creationId xmlns:p14="http://schemas.microsoft.com/office/powerpoint/2010/main" val="1883485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CF069CCB-F87D-BC89-9894-D95DF8D2E128}"/>
              </a:ext>
            </a:extLst>
          </p:cNvPr>
          <p:cNvPicPr>
            <a:picLocks noChangeAspect="1"/>
          </p:cNvPicPr>
          <p:nvPr/>
        </p:nvPicPr>
        <p:blipFill>
          <a:blip r:embed="rId2"/>
          <a:stretch>
            <a:fillRect/>
          </a:stretch>
        </p:blipFill>
        <p:spPr>
          <a:xfrm>
            <a:off x="1066800" y="457200"/>
            <a:ext cx="5029200" cy="5723219"/>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4BF16507-4974-D3B6-9C71-E718346AB0D3}"/>
              </a:ext>
            </a:extLst>
          </p:cNvPr>
          <p:cNvPicPr>
            <a:picLocks noChangeAspect="1"/>
          </p:cNvPicPr>
          <p:nvPr/>
        </p:nvPicPr>
        <p:blipFill>
          <a:blip r:embed="rId3"/>
          <a:stretch>
            <a:fillRect/>
          </a:stretch>
        </p:blipFill>
        <p:spPr>
          <a:xfrm>
            <a:off x="6172200" y="533400"/>
            <a:ext cx="5867400" cy="5611160"/>
          </a:xfrm>
          <a:prstGeom prst="rect">
            <a:avLst/>
          </a:prstGeom>
        </p:spPr>
      </p:pic>
    </p:spTree>
    <p:extLst>
      <p:ext uri="{BB962C8B-B14F-4D97-AF65-F5344CB8AC3E}">
        <p14:creationId xmlns:p14="http://schemas.microsoft.com/office/powerpoint/2010/main" val="3223109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8"/>
          <p:cNvSpPr txBox="1"/>
          <p:nvPr/>
        </p:nvSpPr>
        <p:spPr>
          <a:xfrm>
            <a:off x="3810000" y="1600200"/>
            <a:ext cx="4912500" cy="800189"/>
          </a:xfrm>
          <a:prstGeom prst="rect">
            <a:avLst/>
          </a:prstGeom>
          <a:noFill/>
          <a:ln>
            <a:noFill/>
          </a:ln>
        </p:spPr>
        <p:txBody>
          <a:bodyPr spcFirstLastPara="1" wrap="square" lIns="91425" tIns="91425" rIns="91425" bIns="91425" anchor="t" anchorCtr="0">
            <a:spAutoFit/>
          </a:bodyPr>
          <a:lstStyle/>
          <a:p>
            <a:pPr lvl="0" algn="ctr"/>
            <a:r>
              <a:rPr lang="en-US" altLang="en-US" sz="4000" b="1" dirty="0">
                <a:solidFill>
                  <a:srgbClr val="C00000"/>
                </a:solidFill>
                <a:latin typeface="Times New Roman" panose="02020603050405020304" pitchFamily="18" charset="0"/>
                <a:cs typeface="Times New Roman" panose="02020603050405020304" pitchFamily="18" charset="0"/>
              </a:rPr>
              <a:t>CONCLUSION</a:t>
            </a:r>
            <a:endParaRPr lang="en-US" sz="3600" b="1" dirty="0">
              <a:solidFill>
                <a:srgbClr val="FF0000"/>
              </a:solidFill>
              <a:latin typeface="Times New Roman"/>
              <a:ea typeface="Times New Roman"/>
              <a:cs typeface="Times New Roman"/>
              <a:sym typeface="Times New Roman"/>
            </a:endParaRPr>
          </a:p>
        </p:txBody>
      </p:sp>
      <p:sp>
        <p:nvSpPr>
          <p:cNvPr id="302" name="Google Shape;302;p48"/>
          <p:cNvSpPr txBox="1"/>
          <p:nvPr/>
        </p:nvSpPr>
        <p:spPr>
          <a:xfrm>
            <a:off x="2590800" y="2672507"/>
            <a:ext cx="8382000" cy="2585293"/>
          </a:xfrm>
          <a:prstGeom prst="rect">
            <a:avLst/>
          </a:prstGeom>
          <a:noFill/>
          <a:ln>
            <a:noFill/>
          </a:ln>
        </p:spPr>
        <p:txBody>
          <a:bodyPr spcFirstLastPara="1" wrap="square" lIns="91425" tIns="91425" rIns="91425" bIns="91425" anchor="t" anchorCtr="0">
            <a:spAutoFit/>
          </a:bodyPr>
          <a:lstStyle/>
          <a:p>
            <a:pPr algn="just">
              <a:lnSpc>
                <a:spcPct val="150000"/>
              </a:lnSpc>
              <a:buNone/>
            </a:pPr>
            <a:r>
              <a:rPr lang="en-US" sz="2000" dirty="0">
                <a:latin typeface="Times New Roman" panose="02020603050405020304" pitchFamily="18" charset="0"/>
                <a:cs typeface="Times New Roman" panose="02020603050405020304" pitchFamily="18" charset="0"/>
              </a:rPr>
              <a:t>This project successfully develops a corporate website with a product catalog for a garment manufacturing and export company. The system improves digital presence, simplifies buyer inquiries, and supports export workflows such as sample requests and tracking. Overall, the solution enhances operational efficiency and provides a scalable platform for future business growth</a:t>
            </a:r>
            <a:r>
              <a:rPr lang="en-US" sz="24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9"/>
          <p:cNvSpPr txBox="1"/>
          <p:nvPr/>
        </p:nvSpPr>
        <p:spPr>
          <a:xfrm>
            <a:off x="4114800" y="0"/>
            <a:ext cx="4884900" cy="738633"/>
          </a:xfrm>
          <a:prstGeom prst="rect">
            <a:avLst/>
          </a:prstGeom>
          <a:noFill/>
          <a:ln>
            <a:noFill/>
          </a:ln>
        </p:spPr>
        <p:txBody>
          <a:bodyPr spcFirstLastPara="1" wrap="square" lIns="91425" tIns="91425" rIns="91425" bIns="91425" anchor="t" anchorCtr="0">
            <a:spAutoFit/>
          </a:bodyPr>
          <a:lstStyle/>
          <a:p>
            <a:pPr lvl="0" algn="ctr"/>
            <a:r>
              <a:rPr lang="en-US" altLang="en-US" sz="3600" b="1" dirty="0">
                <a:solidFill>
                  <a:srgbClr val="C00000"/>
                </a:solidFill>
                <a:latin typeface="Times New Roman" panose="02020603050405020304" pitchFamily="18" charset="0"/>
                <a:cs typeface="Times New Roman" panose="02020603050405020304" pitchFamily="18" charset="0"/>
              </a:rPr>
              <a:t>REFERENCES</a:t>
            </a:r>
            <a:endParaRPr lang="en-US" sz="3000" b="1" dirty="0">
              <a:solidFill>
                <a:srgbClr val="FF0000"/>
              </a:solidFill>
              <a:latin typeface="Times New Roman"/>
              <a:ea typeface="Times New Roman"/>
              <a:cs typeface="Times New Roman"/>
              <a:sym typeface="Times New Roman"/>
            </a:endParaRPr>
          </a:p>
        </p:txBody>
      </p:sp>
      <p:sp>
        <p:nvSpPr>
          <p:cNvPr id="309" name="Google Shape;309;p49"/>
          <p:cNvSpPr txBox="1"/>
          <p:nvPr/>
        </p:nvSpPr>
        <p:spPr>
          <a:xfrm>
            <a:off x="2438400" y="1371600"/>
            <a:ext cx="9144000" cy="3200846"/>
          </a:xfrm>
          <a:prstGeom prst="rect">
            <a:avLst/>
          </a:prstGeom>
          <a:noFill/>
          <a:ln>
            <a:noFill/>
          </a:ln>
        </p:spPr>
        <p:txBody>
          <a:bodyPr spcFirstLastPara="1" wrap="square" lIns="91425" tIns="91425" rIns="91425" bIns="91425" anchor="t" anchorCtr="0">
            <a:spAutoFit/>
          </a:bodyPr>
          <a:lstStyle/>
          <a:p>
            <a:pPr marL="288000" indent="-288000"/>
            <a:r>
              <a:rPr lang="en-US" sz="2000" b="1" dirty="0">
                <a:solidFill>
                  <a:schemeClr val="tx1"/>
                </a:solidFill>
                <a:uFill>
                  <a:noFill/>
                </a:uFill>
                <a:latin typeface="Times New Roman"/>
                <a:ea typeface="Times New Roman"/>
                <a:cs typeface="Times New Roman"/>
                <a:sym typeface="Times New Roman"/>
              </a:rPr>
              <a:t>Online Resources:</a:t>
            </a:r>
          </a:p>
          <a:p>
            <a:pPr marL="288000" lvl="0" indent="-288000"/>
            <a:endParaRPr lang="en-US" sz="2000" dirty="0">
              <a:solidFill>
                <a:srgbClr val="0070C0"/>
              </a:solidFill>
              <a:uFill>
                <a:noFill/>
              </a:uFill>
              <a:latin typeface="Times New Roman"/>
              <a:ea typeface="Times New Roman"/>
              <a:cs typeface="Times New Roman"/>
              <a:sym typeface="Times New Roman"/>
            </a:endParaRPr>
          </a:p>
          <a:p>
            <a:r>
              <a:rPr lang="en-US" sz="2000" dirty="0">
                <a:solidFill>
                  <a:srgbClr val="0070C0"/>
                </a:solidFill>
                <a:hlinkClick r:id="rId3">
                  <a:extLst>
                    <a:ext uri="{A12FA001-AC4F-418D-AE19-62706E023703}">
                      <ahyp:hlinkClr xmlns:ahyp="http://schemas.microsoft.com/office/drawing/2018/hyperlinkcolor" val="tx"/>
                    </a:ext>
                  </a:extLst>
                </a:hlinkClick>
              </a:rPr>
              <a:t>https://www.w3schools.com</a:t>
            </a:r>
            <a:endParaRPr lang="en-US" sz="2000" dirty="0">
              <a:solidFill>
                <a:srgbClr val="0070C0"/>
              </a:solidFill>
            </a:endParaRPr>
          </a:p>
          <a:p>
            <a:r>
              <a:rPr lang="en-US" sz="2000" dirty="0">
                <a:solidFill>
                  <a:srgbClr val="0070C0"/>
                </a:solidFill>
                <a:hlinkClick r:id="rId4">
                  <a:extLst>
                    <a:ext uri="{A12FA001-AC4F-418D-AE19-62706E023703}">
                      <ahyp:hlinkClr xmlns:ahyp="http://schemas.microsoft.com/office/drawing/2018/hyperlinkcolor" val="tx"/>
                    </a:ext>
                  </a:extLst>
                </a:hlinkClick>
              </a:rPr>
              <a:t>https://developer.mozilla.org</a:t>
            </a:r>
            <a:endParaRPr lang="en-US" sz="2000" dirty="0">
              <a:solidFill>
                <a:srgbClr val="0070C0"/>
              </a:solidFill>
            </a:endParaRPr>
          </a:p>
          <a:p>
            <a:r>
              <a:rPr lang="en-US" sz="2000" dirty="0">
                <a:solidFill>
                  <a:srgbClr val="0070C0"/>
                </a:solidFill>
                <a:hlinkClick r:id="rId5">
                  <a:extLst>
                    <a:ext uri="{A12FA001-AC4F-418D-AE19-62706E023703}">
                      <ahyp:hlinkClr xmlns:ahyp="http://schemas.microsoft.com/office/drawing/2018/hyperlinkcolor" val="tx"/>
                    </a:ext>
                  </a:extLst>
                </a:hlinkClick>
              </a:rPr>
              <a:t>https://www.mongodb.com/docs</a:t>
            </a:r>
            <a:endParaRPr lang="en-US" sz="2000" dirty="0">
              <a:solidFill>
                <a:srgbClr val="0070C0"/>
              </a:solidFill>
            </a:endParaRPr>
          </a:p>
          <a:p>
            <a:r>
              <a:rPr lang="en-US" sz="2000" dirty="0">
                <a:solidFill>
                  <a:srgbClr val="0070C0"/>
                </a:solidFill>
                <a:hlinkClick r:id="rId6">
                  <a:extLst>
                    <a:ext uri="{A12FA001-AC4F-418D-AE19-62706E023703}">
                      <ahyp:hlinkClr xmlns:ahyp="http://schemas.microsoft.com/office/drawing/2018/hyperlinkcolor" val="tx"/>
                    </a:ext>
                  </a:extLst>
                </a:hlinkClick>
              </a:rPr>
              <a:t>https://nodejs.org/en/docs</a:t>
            </a:r>
            <a:endParaRPr lang="en-US" sz="2000" dirty="0">
              <a:solidFill>
                <a:srgbClr val="0070C0"/>
              </a:solidFill>
            </a:endParaRPr>
          </a:p>
          <a:p>
            <a:r>
              <a:rPr lang="en-US" sz="2000" dirty="0">
                <a:solidFill>
                  <a:srgbClr val="0070C0"/>
                </a:solidFill>
                <a:hlinkClick r:id="rId7">
                  <a:extLst>
                    <a:ext uri="{A12FA001-AC4F-418D-AE19-62706E023703}">
                      <ahyp:hlinkClr xmlns:ahyp="http://schemas.microsoft.com/office/drawing/2018/hyperlinkcolor" val="tx"/>
                    </a:ext>
                  </a:extLst>
                </a:hlinkClick>
              </a:rPr>
              <a:t>https://developers.google.com/maps</a:t>
            </a:r>
            <a:endParaRPr lang="en-US" sz="2000" dirty="0">
              <a:solidFill>
                <a:srgbClr val="0070C0"/>
              </a:solidFill>
            </a:endParaRPr>
          </a:p>
          <a:p>
            <a:br>
              <a:rPr lang="en-US" sz="2000" dirty="0">
                <a:solidFill>
                  <a:srgbClr val="0070C0"/>
                </a:solidFill>
              </a:rPr>
            </a:br>
            <a:endParaRPr lang="en-US" sz="1800" dirty="0">
              <a:solidFill>
                <a:srgbClr val="0070C0"/>
              </a:solidFill>
              <a:latin typeface="Times New Roman"/>
              <a:ea typeface="Times New Roman"/>
              <a:cs typeface="Times New Roman"/>
              <a:sym typeface="Times New Roman"/>
            </a:endParaRPr>
          </a:p>
          <a:p>
            <a:pPr marL="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51"/>
          <p:cNvSpPr txBox="1">
            <a:spLocks noGrp="1"/>
          </p:cNvSpPr>
          <p:nvPr>
            <p:ph type="body" idx="4294967295"/>
          </p:nvPr>
        </p:nvSpPr>
        <p:spPr>
          <a:xfrm>
            <a:off x="2362200" y="2646484"/>
            <a:ext cx="7315200" cy="2763715"/>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C00000"/>
              </a:buClr>
              <a:buSzPts val="3200"/>
              <a:buNone/>
            </a:pPr>
            <a:r>
              <a:rPr lang="en-US" sz="5400" b="1" dirty="0">
                <a:solidFill>
                  <a:srgbClr val="C00000"/>
                </a:solidFill>
                <a:latin typeface="Times New Roman"/>
                <a:ea typeface="Times New Roman"/>
                <a:cs typeface="Times New Roman"/>
                <a:sym typeface="Times New Roman"/>
              </a:rPr>
              <a:t>THANK YOU</a:t>
            </a:r>
            <a:endParaRPr sz="5400" b="1" dirty="0">
              <a:solidFill>
                <a:srgbClr val="C00000"/>
              </a:solidFill>
              <a:latin typeface="Times New Roman"/>
              <a:ea typeface="Times New Roman"/>
              <a:cs typeface="Times New Roman"/>
              <a:sym typeface="Times New Roman"/>
            </a:endParaRPr>
          </a:p>
        </p:txBody>
      </p:sp>
      <p:sp>
        <p:nvSpPr>
          <p:cNvPr id="323" name="Google Shape;323;p51"/>
          <p:cNvSpPr txBox="1"/>
          <p:nvPr/>
        </p:nvSpPr>
        <p:spPr>
          <a:xfrm>
            <a:off x="9525001" y="6381750"/>
            <a:ext cx="688975" cy="323850"/>
          </a:xfrm>
          <a:prstGeom prst="rect">
            <a:avLst/>
          </a:prstGeom>
          <a:noFill/>
          <a:ln>
            <a:noFill/>
          </a:ln>
        </p:spPr>
        <p:txBody>
          <a:bodyPr spcFirstLastPara="1" wrap="square" lIns="90000" tIns="46800" rIns="90000" bIns="46800" anchor="b" anchorCtr="0">
            <a:noAutofit/>
          </a:bodyPr>
          <a:lstStyle/>
          <a:p>
            <a:pPr marL="0" marR="0" lvl="0" indent="0" algn="ctr" rtl="0">
              <a:lnSpc>
                <a:spcPct val="100000"/>
              </a:lnSpc>
              <a:spcBef>
                <a:spcPts val="0"/>
              </a:spcBef>
              <a:spcAft>
                <a:spcPts val="0"/>
              </a:spcAft>
              <a:buClr>
                <a:srgbClr val="B5A788"/>
              </a:buClr>
              <a:buSzPts val="1400"/>
              <a:buFont typeface="Noto Sans Symbols"/>
              <a:buNone/>
            </a:pPr>
            <a:fld id="{00000000-1234-1234-1234-123412341234}" type="slidenum">
              <a:rPr lang="en-US" sz="1400" b="0" i="0" u="none" strike="noStrike" cap="none">
                <a:solidFill>
                  <a:srgbClr val="8898C3"/>
                </a:solidFill>
                <a:latin typeface="Times New Roman"/>
                <a:ea typeface="Times New Roman"/>
                <a:cs typeface="Times New Roman"/>
                <a:sym typeface="Times New Roman"/>
              </a:rPr>
              <a:pPr marL="0" marR="0" lvl="0" indent="0" algn="ctr" rtl="0">
                <a:lnSpc>
                  <a:spcPct val="100000"/>
                </a:lnSpc>
                <a:spcBef>
                  <a:spcPts val="0"/>
                </a:spcBef>
                <a:spcAft>
                  <a:spcPts val="0"/>
                </a:spcAft>
                <a:buClr>
                  <a:srgbClr val="B5A788"/>
                </a:buClr>
                <a:buSzPts val="1400"/>
                <a:buFont typeface="Noto Sans Symbols"/>
                <a:buNone/>
              </a:pPr>
              <a:t>16</a:t>
            </a:fld>
            <a:endParaRPr sz="1400" b="0" i="0" u="none" strike="noStrike" cap="none">
              <a:solidFill>
                <a:srgbClr val="8898C3"/>
              </a:solidFill>
              <a:latin typeface="Times New Roman"/>
              <a:ea typeface="Times New Roman"/>
              <a:cs typeface="Times New Roman"/>
              <a:sym typeface="Times New Roman"/>
            </a:endParaRPr>
          </a:p>
        </p:txBody>
      </p:sp>
      <p:sp>
        <p:nvSpPr>
          <p:cNvPr id="324" name="Google Shape;324;p51"/>
          <p:cNvSpPr txBox="1"/>
          <p:nvPr/>
        </p:nvSpPr>
        <p:spPr>
          <a:xfrm>
            <a:off x="5791200" y="6381750"/>
            <a:ext cx="2057400" cy="323850"/>
          </a:xfrm>
          <a:prstGeom prst="rect">
            <a:avLst/>
          </a:prstGeom>
          <a:noFill/>
          <a:ln>
            <a:noFill/>
          </a:ln>
        </p:spPr>
        <p:txBody>
          <a:bodyPr spcFirstLastPara="1" wrap="square" lIns="90000" tIns="46800" rIns="90000" bIns="46800" anchor="b" anchorCtr="0">
            <a:noAutofit/>
          </a:bodyPr>
          <a:lstStyle/>
          <a:p>
            <a:pPr marL="0" marR="0" lvl="0" indent="0" algn="l" rtl="0">
              <a:lnSpc>
                <a:spcPct val="100000"/>
              </a:lnSpc>
              <a:spcBef>
                <a:spcPts val="0"/>
              </a:spcBef>
              <a:spcAft>
                <a:spcPts val="0"/>
              </a:spcAft>
              <a:buClr>
                <a:srgbClr val="BFBFBF"/>
              </a:buClr>
              <a:buSzPts val="1400"/>
              <a:buFont typeface="Arial"/>
              <a:buNone/>
            </a:pPr>
            <a:endParaRPr sz="1400" b="0" i="0" u="none" strike="noStrike" cap="none">
              <a:solidFill>
                <a:srgbClr val="C8DA9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2318</TotalTime>
  <Words>708</Words>
  <Application>Microsoft Office PowerPoint</Application>
  <PresentationFormat>Widescreen</PresentationFormat>
  <Paragraphs>129</Paragraphs>
  <Slides>16</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Noto Sans Symbols</vt:lpstr>
      <vt:lpstr>Times New Roman</vt:lpstr>
      <vt:lpstr>Wingdings</vt:lpstr>
      <vt:lpstr>Flow</vt:lpstr>
      <vt:lpstr>Development of a Web-Based Product Catalog and Buyer Inquiry System for a Garment Manufacturing Unit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for New Cape Hotel</dc:title>
  <dc:creator>babu js</dc:creator>
  <cp:lastModifiedBy>Vinothini S</cp:lastModifiedBy>
  <cp:revision>89</cp:revision>
  <dcterms:modified xsi:type="dcterms:W3CDTF">2026-01-05T14:16:56Z</dcterms:modified>
</cp:coreProperties>
</file>